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328.xml" ContentType="application/vnd.openxmlformats-officedocument.customXmlProperties+xml"/>
  <Override PartName="/customXml/itemProps329.xml" ContentType="application/vnd.openxmlformats-officedocument.customXmlProperties+xml"/>
  <Override PartName="/customXml/itemProps33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61"/>
  </p:handoutMasterIdLst>
  <p:sldIdLst>
    <p:sldId id="311" r:id="rId3"/>
    <p:sldId id="403" r:id="rId5"/>
    <p:sldId id="358" r:id="rId6"/>
    <p:sldId id="636" r:id="rId7"/>
    <p:sldId id="637" r:id="rId8"/>
    <p:sldId id="638" r:id="rId9"/>
    <p:sldId id="639" r:id="rId10"/>
    <p:sldId id="641" r:id="rId11"/>
    <p:sldId id="640" r:id="rId12"/>
    <p:sldId id="645" r:id="rId13"/>
    <p:sldId id="646" r:id="rId14"/>
    <p:sldId id="647" r:id="rId15"/>
    <p:sldId id="648" r:id="rId16"/>
    <p:sldId id="661" r:id="rId17"/>
    <p:sldId id="480" r:id="rId18"/>
    <p:sldId id="649" r:id="rId19"/>
    <p:sldId id="650" r:id="rId20"/>
    <p:sldId id="651" r:id="rId21"/>
    <p:sldId id="652" r:id="rId22"/>
    <p:sldId id="653" r:id="rId23"/>
    <p:sldId id="655" r:id="rId24"/>
    <p:sldId id="656" r:id="rId25"/>
    <p:sldId id="695" r:id="rId26"/>
    <p:sldId id="657" r:id="rId27"/>
    <p:sldId id="658" r:id="rId28"/>
    <p:sldId id="698" r:id="rId29"/>
    <p:sldId id="654" r:id="rId30"/>
    <p:sldId id="659" r:id="rId31"/>
    <p:sldId id="662" r:id="rId32"/>
    <p:sldId id="660" r:id="rId33"/>
    <p:sldId id="503" r:id="rId34"/>
    <p:sldId id="663" r:id="rId35"/>
    <p:sldId id="672" r:id="rId36"/>
    <p:sldId id="673" r:id="rId37"/>
    <p:sldId id="666" r:id="rId38"/>
    <p:sldId id="670" r:id="rId39"/>
    <p:sldId id="664" r:id="rId40"/>
    <p:sldId id="674" r:id="rId41"/>
    <p:sldId id="675" r:id="rId42"/>
    <p:sldId id="667" r:id="rId43"/>
    <p:sldId id="665" r:id="rId44"/>
    <p:sldId id="676" r:id="rId45"/>
    <p:sldId id="677" r:id="rId46"/>
    <p:sldId id="678" r:id="rId47"/>
    <p:sldId id="489" r:id="rId48"/>
    <p:sldId id="679" r:id="rId49"/>
    <p:sldId id="680" r:id="rId50"/>
    <p:sldId id="681" r:id="rId51"/>
    <p:sldId id="682" r:id="rId52"/>
    <p:sldId id="684" r:id="rId53"/>
    <p:sldId id="685" r:id="rId54"/>
    <p:sldId id="686" r:id="rId55"/>
    <p:sldId id="687" r:id="rId56"/>
    <p:sldId id="689" r:id="rId57"/>
    <p:sldId id="690" r:id="rId58"/>
    <p:sldId id="691" r:id="rId59"/>
    <p:sldId id="694" r:id="rId60"/>
  </p:sldIdLst>
  <p:sldSz cx="9144000" cy="6858000" type="screen4x3"/>
  <p:notesSz cx="9872345" cy="6797675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g Gary FE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366FF"/>
    <a:srgbClr val="3333CC"/>
    <a:srgbClr val="B83D68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99" autoAdjust="0"/>
    <p:restoredTop sz="92435" autoAdjust="0"/>
  </p:normalViewPr>
  <p:slideViewPr>
    <p:cSldViewPr showGuides="1">
      <p:cViewPr varScale="1">
        <p:scale>
          <a:sx n="129" d="100"/>
          <a:sy n="129" d="100"/>
        </p:scale>
        <p:origin x="693" y="72"/>
      </p:cViewPr>
      <p:guideLst>
        <p:guide orient="horz" pos="2160"/>
        <p:guide pos="2886"/>
      </p:guideLst>
    </p:cSldViewPr>
  </p:slideViewPr>
  <p:outlineViewPr>
    <p:cViewPr>
      <p:scale>
        <a:sx n="33" d="100"/>
        <a:sy n="33" d="100"/>
      </p:scale>
      <p:origin x="0" y="-15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4"/>
    </p:cViewPr>
  </p:sorterViewPr>
  <p:notesViewPr>
    <p:cSldViewPr>
      <p:cViewPr varScale="1">
        <p:scale>
          <a:sx n="113" d="100"/>
          <a:sy n="113" d="100"/>
        </p:scale>
        <p:origin x="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customXml" Target="../customXml/item3.xml"/><Relationship Id="rId67" Type="http://schemas.openxmlformats.org/officeDocument/2006/relationships/customXml" Target="../customXml/item2.xml"/><Relationship Id="rId66" Type="http://schemas.openxmlformats.org/officeDocument/2006/relationships/customXml" Target="../customXml/item1.xml"/><Relationship Id="rId65" Type="http://schemas.openxmlformats.org/officeDocument/2006/relationships/commentAuthors" Target="commentAuthors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9EF0-107E-4A2E-B630-A66A10C0651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925CF-ACD0-463E-87A5-3E3D55A96C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8A134-1A06-0140-8CC9-2EB9F00F96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5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83568" y="6388832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76290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76290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30 CuadroTexto"/>
          <p:cNvSpPr txBox="1">
            <a:spLocks noChangeArrowheads="1"/>
          </p:cNvSpPr>
          <p:nvPr userDrawn="1"/>
        </p:nvSpPr>
        <p:spPr bwMode="auto">
          <a:xfrm>
            <a:off x="4304506" y="6487402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2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lide Number Placeholder 5"/>
          <p:cNvSpPr txBox="1"/>
          <p:nvPr userDrawn="1"/>
        </p:nvSpPr>
        <p:spPr>
          <a:xfrm>
            <a:off x="4582640" y="6478849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59</a:t>
            </a:r>
            <a:endParaRPr lang="en-US" altLang="zh-HK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3997608" y="6478849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1811525" y="2875121"/>
            <a:ext cx="5352763" cy="834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eaVert"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83568" y="6381328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63368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63368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30 CuadroTexto"/>
          <p:cNvSpPr txBox="1">
            <a:spLocks noChangeArrowheads="1"/>
          </p:cNvSpPr>
          <p:nvPr userDrawn="1"/>
        </p:nvSpPr>
        <p:spPr bwMode="auto">
          <a:xfrm>
            <a:off x="4304506" y="6488723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0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/>
          <p:nvPr userDrawn="1"/>
        </p:nvSpPr>
        <p:spPr>
          <a:xfrm>
            <a:off x="4582640" y="6480170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32</a:t>
            </a:r>
            <a:r>
              <a:rPr lang="zh-HK" altLang="en-US" dirty="0"/>
              <a:t>           </a:t>
            </a:r>
            <a:endParaRPr lang="zh-HK" altLang="en-US" dirty="0"/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3997608" y="6480170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353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chemeClr val="bg1"/>
                </a:solidFill>
              </a:rPr>
              <a:t>Department of Biomedical Engineering</a:t>
            </a:r>
            <a:endParaRPr lang="en-US" sz="1800" b="0" dirty="0">
              <a:solidFill>
                <a:schemeClr val="bg1"/>
              </a:solidFill>
            </a:endParaRPr>
          </a:p>
        </p:txBody>
      </p:sp>
      <p:pic>
        <p:nvPicPr>
          <p:cNvPr id="4" name="图片 3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1010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2040" y="638132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algn="ctr"/>
            <a:fld id="{892CB72F-753C-4E0B-8FFE-1A491E9129D8}" type="slidenum">
              <a:rPr lang="zh-HK" altLang="en-US" smtClean="0"/>
            </a:fld>
            <a:endParaRPr lang="zh-HK" alt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1520" y="6237312"/>
            <a:ext cx="77768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xiangxu5-c\Desktop\CityU_logo_2015.svg.png"/>
          <p:cNvPicPr preferRelativeResize="0"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10" y="5999908"/>
            <a:ext cx="1070717" cy="7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79512" y="630932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Biomedical Engineering</a:t>
            </a:r>
            <a:endParaRPr lang="en-GB" sz="1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9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0.png"/><Relationship Id="rId7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9" Type="http://schemas.openxmlformats.org/officeDocument/2006/relationships/tags" Target="../tags/tag18.xml"/><Relationship Id="rId28" Type="http://schemas.openxmlformats.org/officeDocument/2006/relationships/image" Target="../media/image17.png"/><Relationship Id="rId27" Type="http://schemas.openxmlformats.org/officeDocument/2006/relationships/image" Target="../media/image16.png"/><Relationship Id="rId26" Type="http://schemas.openxmlformats.org/officeDocument/2006/relationships/tags" Target="../tags/tag17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tags" Target="../tags/tag14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tags" Target="../tags/tag11.xml"/><Relationship Id="rId2" Type="http://schemas.openxmlformats.org/officeDocument/2006/relationships/image" Target="../media/image7.png"/><Relationship Id="rId19" Type="http://schemas.openxmlformats.org/officeDocument/2006/relationships/tags" Target="../tags/tag10.xml"/><Relationship Id="rId18" Type="http://schemas.openxmlformats.org/officeDocument/2006/relationships/image" Target="../media/image15.png"/><Relationship Id="rId17" Type="http://schemas.openxmlformats.org/officeDocument/2006/relationships/tags" Target="../tags/tag9.xml"/><Relationship Id="rId16" Type="http://schemas.openxmlformats.org/officeDocument/2006/relationships/image" Target="../media/image14.png"/><Relationship Id="rId15" Type="http://schemas.openxmlformats.org/officeDocument/2006/relationships/tags" Target="../tags/tag8.xml"/><Relationship Id="rId14" Type="http://schemas.openxmlformats.org/officeDocument/2006/relationships/image" Target="../media/image13.png"/><Relationship Id="rId13" Type="http://schemas.openxmlformats.org/officeDocument/2006/relationships/tags" Target="../tags/tag7.xml"/><Relationship Id="rId12" Type="http://schemas.openxmlformats.org/officeDocument/2006/relationships/image" Target="../media/image12.png"/><Relationship Id="rId11" Type="http://schemas.openxmlformats.org/officeDocument/2006/relationships/tags" Target="../tags/tag6.xml"/><Relationship Id="rId10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18.png"/><Relationship Id="rId5" Type="http://schemas.openxmlformats.org/officeDocument/2006/relationships/tags" Target="../tags/tag21.xml"/><Relationship Id="rId4" Type="http://schemas.openxmlformats.org/officeDocument/2006/relationships/image" Target="../media/image14.png"/><Relationship Id="rId3" Type="http://schemas.openxmlformats.org/officeDocument/2006/relationships/tags" Target="../tags/tag20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5.png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image" Target="../media/image13.png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21.png"/><Relationship Id="rId4" Type="http://schemas.openxmlformats.org/officeDocument/2006/relationships/tags" Target="../tags/tag33.xml"/><Relationship Id="rId3" Type="http://schemas.openxmlformats.org/officeDocument/2006/relationships/image" Target="../media/image20.png"/><Relationship Id="rId2" Type="http://schemas.openxmlformats.org/officeDocument/2006/relationships/tags" Target="../tags/tag32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image" Target="../media/image20.png"/><Relationship Id="rId1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image" Target="../media/image19.png"/><Relationship Id="rId3" Type="http://schemas.openxmlformats.org/officeDocument/2006/relationships/tags" Target="../tags/tag45.xml"/><Relationship Id="rId2" Type="http://schemas.openxmlformats.org/officeDocument/2006/relationships/image" Target="../media/image20.png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2" Type="http://schemas.openxmlformats.org/officeDocument/2006/relationships/image" Target="../media/image20.png"/><Relationship Id="rId1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3" Type="http://schemas.openxmlformats.org/officeDocument/2006/relationships/tags" Target="../tags/tag50.xml"/><Relationship Id="rId2" Type="http://schemas.openxmlformats.org/officeDocument/2006/relationships/image" Target="../media/image7.png"/><Relationship Id="rId1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22.png"/><Relationship Id="rId1" Type="http://schemas.openxmlformats.org/officeDocument/2006/relationships/tags" Target="../tags/tag5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7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3" Type="http://schemas.openxmlformats.org/officeDocument/2006/relationships/tags" Target="../tags/tag56.xml"/><Relationship Id="rId2" Type="http://schemas.openxmlformats.org/officeDocument/2006/relationships/image" Target="../media/image8.png"/><Relationship Id="rId1" Type="http://schemas.openxmlformats.org/officeDocument/2006/relationships/tags" Target="../tags/tag5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4" Type="http://schemas.openxmlformats.org/officeDocument/2006/relationships/image" Target="../media/image24.png"/><Relationship Id="rId3" Type="http://schemas.openxmlformats.org/officeDocument/2006/relationships/tags" Target="../tags/tag60.xml"/><Relationship Id="rId2" Type="http://schemas.openxmlformats.org/officeDocument/2006/relationships/image" Target="../media/image23.png"/><Relationship Id="rId1" Type="http://schemas.openxmlformats.org/officeDocument/2006/relationships/tags" Target="../tags/tag5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image" Target="../media/image20.png"/><Relationship Id="rId5" Type="http://schemas.openxmlformats.org/officeDocument/2006/relationships/tags" Target="../tags/tag65.xml"/><Relationship Id="rId4" Type="http://schemas.openxmlformats.org/officeDocument/2006/relationships/image" Target="../media/image25.png"/><Relationship Id="rId3" Type="http://schemas.openxmlformats.org/officeDocument/2006/relationships/tags" Target="../tags/tag64.xml"/><Relationship Id="rId29" Type="http://schemas.openxmlformats.org/officeDocument/2006/relationships/notesSlide" Target="../notesSlides/notesSlide16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82.xml"/><Relationship Id="rId26" Type="http://schemas.openxmlformats.org/officeDocument/2006/relationships/tags" Target="../tags/tag81.xml"/><Relationship Id="rId25" Type="http://schemas.openxmlformats.org/officeDocument/2006/relationships/tags" Target="../tags/tag80.xml"/><Relationship Id="rId24" Type="http://schemas.openxmlformats.org/officeDocument/2006/relationships/tags" Target="../tags/tag79.xml"/><Relationship Id="rId23" Type="http://schemas.openxmlformats.org/officeDocument/2006/relationships/tags" Target="../tags/tag78.xml"/><Relationship Id="rId22" Type="http://schemas.openxmlformats.org/officeDocument/2006/relationships/tags" Target="../tags/tag77.xml"/><Relationship Id="rId21" Type="http://schemas.openxmlformats.org/officeDocument/2006/relationships/image" Target="../media/image27.png"/><Relationship Id="rId20" Type="http://schemas.openxmlformats.org/officeDocument/2006/relationships/tags" Target="../tags/tag76.xml"/><Relationship Id="rId2" Type="http://schemas.openxmlformats.org/officeDocument/2006/relationships/tags" Target="../tags/tag63.xml"/><Relationship Id="rId19" Type="http://schemas.openxmlformats.org/officeDocument/2006/relationships/image" Target="../media/image21.png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6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6.xml"/><Relationship Id="rId6" Type="http://schemas.openxmlformats.org/officeDocument/2006/relationships/image" Target="../media/image30.png"/><Relationship Id="rId5" Type="http://schemas.openxmlformats.org/officeDocument/2006/relationships/tags" Target="../tags/tag85.xml"/><Relationship Id="rId4" Type="http://schemas.openxmlformats.org/officeDocument/2006/relationships/image" Target="../media/image29.png"/><Relationship Id="rId3" Type="http://schemas.openxmlformats.org/officeDocument/2006/relationships/tags" Target="../tags/tag84.xml"/><Relationship Id="rId2" Type="http://schemas.openxmlformats.org/officeDocument/2006/relationships/image" Target="../media/image28.png"/><Relationship Id="rId1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31.png"/><Relationship Id="rId1" Type="http://schemas.openxmlformats.org/officeDocument/2006/relationships/tags" Target="../tags/tag8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35.png"/><Relationship Id="rId7" Type="http://schemas.openxmlformats.org/officeDocument/2006/relationships/tags" Target="../tags/tag92.xml"/><Relationship Id="rId6" Type="http://schemas.openxmlformats.org/officeDocument/2006/relationships/image" Target="../media/image34.png"/><Relationship Id="rId5" Type="http://schemas.openxmlformats.org/officeDocument/2006/relationships/tags" Target="../tags/tag91.xml"/><Relationship Id="rId4" Type="http://schemas.openxmlformats.org/officeDocument/2006/relationships/image" Target="../media/image33.png"/><Relationship Id="rId3" Type="http://schemas.openxmlformats.org/officeDocument/2006/relationships/tags" Target="../tags/tag90.xml"/><Relationship Id="rId2" Type="http://schemas.openxmlformats.org/officeDocument/2006/relationships/image" Target="../media/image32.png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97.xml"/><Relationship Id="rId16" Type="http://schemas.openxmlformats.org/officeDocument/2006/relationships/image" Target="../media/image39.png"/><Relationship Id="rId15" Type="http://schemas.openxmlformats.org/officeDocument/2006/relationships/tags" Target="../tags/tag96.xml"/><Relationship Id="rId14" Type="http://schemas.openxmlformats.org/officeDocument/2006/relationships/image" Target="../media/image38.png"/><Relationship Id="rId13" Type="http://schemas.openxmlformats.org/officeDocument/2006/relationships/tags" Target="../tags/tag95.xml"/><Relationship Id="rId12" Type="http://schemas.openxmlformats.org/officeDocument/2006/relationships/image" Target="../media/image37.png"/><Relationship Id="rId11" Type="http://schemas.openxmlformats.org/officeDocument/2006/relationships/tags" Target="../tags/tag94.xml"/><Relationship Id="rId10" Type="http://schemas.openxmlformats.org/officeDocument/2006/relationships/image" Target="../media/image36.png"/><Relationship Id="rId1" Type="http://schemas.openxmlformats.org/officeDocument/2006/relationships/tags" Target="../tags/tag8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image" Target="../media/image42.png"/><Relationship Id="rId7" Type="http://schemas.openxmlformats.org/officeDocument/2006/relationships/tags" Target="../tags/tag101.xml"/><Relationship Id="rId6" Type="http://schemas.openxmlformats.org/officeDocument/2006/relationships/image" Target="../media/image41.png"/><Relationship Id="rId5" Type="http://schemas.openxmlformats.org/officeDocument/2006/relationships/tags" Target="../tags/tag100.xml"/><Relationship Id="rId4" Type="http://schemas.openxmlformats.org/officeDocument/2006/relationships/image" Target="../media/image25.png"/><Relationship Id="rId3" Type="http://schemas.openxmlformats.org/officeDocument/2006/relationships/tags" Target="../tags/tag99.xml"/><Relationship Id="rId25" Type="http://schemas.openxmlformats.org/officeDocument/2006/relationships/notesSlide" Target="../notesSlides/notesSlide20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image" Target="../media/image21.png"/><Relationship Id="rId20" Type="http://schemas.openxmlformats.org/officeDocument/2006/relationships/tags" Target="../tags/tag108.xml"/><Relationship Id="rId2" Type="http://schemas.openxmlformats.org/officeDocument/2006/relationships/image" Target="../media/image40.png"/><Relationship Id="rId19" Type="http://schemas.openxmlformats.org/officeDocument/2006/relationships/image" Target="../media/image47.png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image" Target="../media/image46.png"/><Relationship Id="rId15" Type="http://schemas.openxmlformats.org/officeDocument/2006/relationships/tags" Target="../tags/tag105.xml"/><Relationship Id="rId14" Type="http://schemas.openxmlformats.org/officeDocument/2006/relationships/image" Target="../media/image45.png"/><Relationship Id="rId13" Type="http://schemas.openxmlformats.org/officeDocument/2006/relationships/tags" Target="../tags/tag104.xml"/><Relationship Id="rId12" Type="http://schemas.openxmlformats.org/officeDocument/2006/relationships/image" Target="../media/image44.png"/><Relationship Id="rId11" Type="http://schemas.openxmlformats.org/officeDocument/2006/relationships/tags" Target="../tags/tag103.xml"/><Relationship Id="rId10" Type="http://schemas.openxmlformats.org/officeDocument/2006/relationships/image" Target="../media/image43.png"/><Relationship Id="rId1" Type="http://schemas.openxmlformats.org/officeDocument/2006/relationships/tags" Target="../tags/tag9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114.xml"/><Relationship Id="rId7" Type="http://schemas.openxmlformats.org/officeDocument/2006/relationships/image" Target="../media/image43.png"/><Relationship Id="rId6" Type="http://schemas.openxmlformats.org/officeDocument/2006/relationships/tags" Target="../tags/tag113.xml"/><Relationship Id="rId5" Type="http://schemas.openxmlformats.org/officeDocument/2006/relationships/image" Target="../media/image48.png"/><Relationship Id="rId4" Type="http://schemas.openxmlformats.org/officeDocument/2006/relationships/tags" Target="../tags/tag112.xml"/><Relationship Id="rId3" Type="http://schemas.openxmlformats.org/officeDocument/2006/relationships/image" Target="../media/image21.png"/><Relationship Id="rId2" Type="http://schemas.openxmlformats.org/officeDocument/2006/relationships/tags" Target="../tags/tag111.xml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17.xml"/><Relationship Id="rId13" Type="http://schemas.openxmlformats.org/officeDocument/2006/relationships/image" Target="../media/image41.png"/><Relationship Id="rId12" Type="http://schemas.openxmlformats.org/officeDocument/2006/relationships/tags" Target="../tags/tag116.xml"/><Relationship Id="rId11" Type="http://schemas.openxmlformats.org/officeDocument/2006/relationships/image" Target="../media/image49.png"/><Relationship Id="rId10" Type="http://schemas.openxmlformats.org/officeDocument/2006/relationships/tags" Target="../tags/tag115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1.xml"/><Relationship Id="rId6" Type="http://schemas.openxmlformats.org/officeDocument/2006/relationships/image" Target="../media/image42.png"/><Relationship Id="rId5" Type="http://schemas.openxmlformats.org/officeDocument/2006/relationships/tags" Target="../tags/tag120.xml"/><Relationship Id="rId4" Type="http://schemas.openxmlformats.org/officeDocument/2006/relationships/image" Target="../media/image51.png"/><Relationship Id="rId3" Type="http://schemas.openxmlformats.org/officeDocument/2006/relationships/tags" Target="../tags/tag119.xml"/><Relationship Id="rId2" Type="http://schemas.openxmlformats.org/officeDocument/2006/relationships/image" Target="../media/image50.png"/><Relationship Id="rId1" Type="http://schemas.openxmlformats.org/officeDocument/2006/relationships/tags" Target="../tags/tag11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55.png"/><Relationship Id="rId7" Type="http://schemas.openxmlformats.org/officeDocument/2006/relationships/tags" Target="../tags/tag125.xml"/><Relationship Id="rId6" Type="http://schemas.openxmlformats.org/officeDocument/2006/relationships/image" Target="../media/image54.png"/><Relationship Id="rId5" Type="http://schemas.openxmlformats.org/officeDocument/2006/relationships/tags" Target="../tags/tag124.xml"/><Relationship Id="rId4" Type="http://schemas.openxmlformats.org/officeDocument/2006/relationships/image" Target="../media/image53.png"/><Relationship Id="rId3" Type="http://schemas.openxmlformats.org/officeDocument/2006/relationships/tags" Target="../tags/tag123.xml"/><Relationship Id="rId2" Type="http://schemas.openxmlformats.org/officeDocument/2006/relationships/image" Target="../media/image52.png"/><Relationship Id="rId15" Type="http://schemas.openxmlformats.org/officeDocument/2006/relationships/notesSlide" Target="../notesSlides/notesSlide2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8.xml"/><Relationship Id="rId12" Type="http://schemas.openxmlformats.org/officeDocument/2006/relationships/image" Target="../media/image57.png"/><Relationship Id="rId11" Type="http://schemas.openxmlformats.org/officeDocument/2006/relationships/tags" Target="../tags/tag127.xml"/><Relationship Id="rId10" Type="http://schemas.openxmlformats.org/officeDocument/2006/relationships/image" Target="../media/image56.png"/><Relationship Id="rId1" Type="http://schemas.openxmlformats.org/officeDocument/2006/relationships/tags" Target="../tags/tag12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image" Target="../media/image40.png"/><Relationship Id="rId7" Type="http://schemas.openxmlformats.org/officeDocument/2006/relationships/tags" Target="../tags/tag132.xml"/><Relationship Id="rId6" Type="http://schemas.openxmlformats.org/officeDocument/2006/relationships/image" Target="../media/image60.png"/><Relationship Id="rId5" Type="http://schemas.openxmlformats.org/officeDocument/2006/relationships/tags" Target="../tags/tag131.xml"/><Relationship Id="rId4" Type="http://schemas.openxmlformats.org/officeDocument/2006/relationships/image" Target="../media/image59.png"/><Relationship Id="rId3" Type="http://schemas.openxmlformats.org/officeDocument/2006/relationships/tags" Target="../tags/tag130.xml"/><Relationship Id="rId2" Type="http://schemas.openxmlformats.org/officeDocument/2006/relationships/image" Target="../media/image58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image" Target="../media/image64.png"/><Relationship Id="rId7" Type="http://schemas.openxmlformats.org/officeDocument/2006/relationships/tags" Target="../tags/tag137.xml"/><Relationship Id="rId6" Type="http://schemas.openxmlformats.org/officeDocument/2006/relationships/image" Target="../media/image63.png"/><Relationship Id="rId5" Type="http://schemas.openxmlformats.org/officeDocument/2006/relationships/tags" Target="../tags/tag136.xml"/><Relationship Id="rId4" Type="http://schemas.openxmlformats.org/officeDocument/2006/relationships/image" Target="../media/image62.png"/><Relationship Id="rId3" Type="http://schemas.openxmlformats.org/officeDocument/2006/relationships/tags" Target="../tags/tag135.xml"/><Relationship Id="rId23" Type="http://schemas.openxmlformats.org/officeDocument/2006/relationships/notesSlide" Target="../notesSlides/notesSlide25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44.xml"/><Relationship Id="rId20" Type="http://schemas.openxmlformats.org/officeDocument/2006/relationships/image" Target="../media/image69.png"/><Relationship Id="rId2" Type="http://schemas.openxmlformats.org/officeDocument/2006/relationships/image" Target="../media/image61.png"/><Relationship Id="rId19" Type="http://schemas.openxmlformats.org/officeDocument/2006/relationships/tags" Target="../tags/tag143.xml"/><Relationship Id="rId18" Type="http://schemas.openxmlformats.org/officeDocument/2006/relationships/image" Target="../media/image68.png"/><Relationship Id="rId17" Type="http://schemas.openxmlformats.org/officeDocument/2006/relationships/tags" Target="../tags/tag142.xml"/><Relationship Id="rId16" Type="http://schemas.openxmlformats.org/officeDocument/2006/relationships/image" Target="../media/image67.png"/><Relationship Id="rId15" Type="http://schemas.openxmlformats.org/officeDocument/2006/relationships/tags" Target="../tags/tag141.xml"/><Relationship Id="rId14" Type="http://schemas.openxmlformats.org/officeDocument/2006/relationships/image" Target="../media/image66.png"/><Relationship Id="rId13" Type="http://schemas.openxmlformats.org/officeDocument/2006/relationships/tags" Target="../tags/tag140.xml"/><Relationship Id="rId12" Type="http://schemas.openxmlformats.org/officeDocument/2006/relationships/image" Target="../media/image65.png"/><Relationship Id="rId11" Type="http://schemas.openxmlformats.org/officeDocument/2006/relationships/tags" Target="../tags/tag139.xml"/><Relationship Id="rId10" Type="http://schemas.openxmlformats.org/officeDocument/2006/relationships/image" Target="../media/image33.png"/><Relationship Id="rId1" Type="http://schemas.openxmlformats.org/officeDocument/2006/relationships/tags" Target="../tags/tag13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image" Target="../media/image70.png"/><Relationship Id="rId1" Type="http://schemas.openxmlformats.org/officeDocument/2006/relationships/tags" Target="../tags/tag14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image" Target="../media/image72.png"/><Relationship Id="rId7" Type="http://schemas.openxmlformats.org/officeDocument/2006/relationships/tags" Target="../tags/tag150.xml"/><Relationship Id="rId6" Type="http://schemas.openxmlformats.org/officeDocument/2006/relationships/image" Target="../media/image71.png"/><Relationship Id="rId5" Type="http://schemas.openxmlformats.org/officeDocument/2006/relationships/tags" Target="../tags/tag149.xml"/><Relationship Id="rId4" Type="http://schemas.openxmlformats.org/officeDocument/2006/relationships/image" Target="../media/image47.png"/><Relationship Id="rId3" Type="http://schemas.openxmlformats.org/officeDocument/2006/relationships/tags" Target="../tags/tag148.xml"/><Relationship Id="rId2" Type="http://schemas.openxmlformats.org/officeDocument/2006/relationships/image" Target="../media/image25.png"/><Relationship Id="rId12" Type="http://schemas.openxmlformats.org/officeDocument/2006/relationships/notesSlide" Target="../notesSlides/notesSlide27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52.xml"/><Relationship Id="rId1" Type="http://schemas.openxmlformats.org/officeDocument/2006/relationships/tags" Target="../tags/tag1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image" Target="../media/image34.png"/><Relationship Id="rId7" Type="http://schemas.openxmlformats.org/officeDocument/2006/relationships/tags" Target="../tags/tag157.xml"/><Relationship Id="rId6" Type="http://schemas.openxmlformats.org/officeDocument/2006/relationships/image" Target="../media/image33.png"/><Relationship Id="rId5" Type="http://schemas.openxmlformats.org/officeDocument/2006/relationships/tags" Target="../tags/tag156.xml"/><Relationship Id="rId4" Type="http://schemas.openxmlformats.org/officeDocument/2006/relationships/image" Target="../media/image73.png"/><Relationship Id="rId3" Type="http://schemas.openxmlformats.org/officeDocument/2006/relationships/tags" Target="../tags/tag155.xml"/><Relationship Id="rId2" Type="http://schemas.openxmlformats.org/officeDocument/2006/relationships/image" Target="../media/image58.png"/><Relationship Id="rId13" Type="http://schemas.openxmlformats.org/officeDocument/2006/relationships/notesSlide" Target="../notesSlides/notesSlide2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59.xml"/><Relationship Id="rId10" Type="http://schemas.openxmlformats.org/officeDocument/2006/relationships/image" Target="../media/image74.png"/><Relationship Id="rId1" Type="http://schemas.openxmlformats.org/officeDocument/2006/relationships/tags" Target="../tags/tag154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63.xml"/><Relationship Id="rId6" Type="http://schemas.openxmlformats.org/officeDocument/2006/relationships/image" Target="../media/image77.png"/><Relationship Id="rId5" Type="http://schemas.openxmlformats.org/officeDocument/2006/relationships/tags" Target="../tags/tag162.xml"/><Relationship Id="rId4" Type="http://schemas.openxmlformats.org/officeDocument/2006/relationships/image" Target="../media/image76.png"/><Relationship Id="rId3" Type="http://schemas.openxmlformats.org/officeDocument/2006/relationships/tags" Target="../tags/tag161.xml"/><Relationship Id="rId2" Type="http://schemas.openxmlformats.org/officeDocument/2006/relationships/image" Target="../media/image75.png"/><Relationship Id="rId1" Type="http://schemas.openxmlformats.org/officeDocument/2006/relationships/tags" Target="../tags/tag16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image" Target="../media/image78.png"/><Relationship Id="rId5" Type="http://schemas.openxmlformats.org/officeDocument/2006/relationships/tags" Target="../tags/tag166.xml"/><Relationship Id="rId4" Type="http://schemas.openxmlformats.org/officeDocument/2006/relationships/image" Target="../media/image43.png"/><Relationship Id="rId3" Type="http://schemas.openxmlformats.org/officeDocument/2006/relationships/tags" Target="../tags/tag165.xml"/><Relationship Id="rId2" Type="http://schemas.openxmlformats.org/officeDocument/2006/relationships/image" Target="../media/image25.png"/><Relationship Id="rId19" Type="http://schemas.openxmlformats.org/officeDocument/2006/relationships/notesSlide" Target="../notesSlides/notesSlide3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4.xml"/><Relationship Id="rId16" Type="http://schemas.openxmlformats.org/officeDocument/2006/relationships/tags" Target="../tags/tag173.xml"/><Relationship Id="rId15" Type="http://schemas.openxmlformats.org/officeDocument/2006/relationships/image" Target="../media/image22.png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image" Target="../media/image80.png"/><Relationship Id="rId11" Type="http://schemas.openxmlformats.org/officeDocument/2006/relationships/tags" Target="../tags/tag170.xml"/><Relationship Id="rId10" Type="http://schemas.openxmlformats.org/officeDocument/2006/relationships/image" Target="../media/image79.png"/><Relationship Id="rId1" Type="http://schemas.openxmlformats.org/officeDocument/2006/relationships/tags" Target="../tags/tag16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image" Target="../media/image83.png"/><Relationship Id="rId7" Type="http://schemas.openxmlformats.org/officeDocument/2006/relationships/tags" Target="../tags/tag178.xml"/><Relationship Id="rId6" Type="http://schemas.openxmlformats.org/officeDocument/2006/relationships/image" Target="../media/image82.png"/><Relationship Id="rId5" Type="http://schemas.openxmlformats.org/officeDocument/2006/relationships/tags" Target="../tags/tag177.xml"/><Relationship Id="rId4" Type="http://schemas.openxmlformats.org/officeDocument/2006/relationships/image" Target="../media/image81.png"/><Relationship Id="rId3" Type="http://schemas.openxmlformats.org/officeDocument/2006/relationships/tags" Target="../tags/tag176.xml"/><Relationship Id="rId2" Type="http://schemas.openxmlformats.org/officeDocument/2006/relationships/image" Target="../media/image28.png"/><Relationship Id="rId13" Type="http://schemas.openxmlformats.org/officeDocument/2006/relationships/notesSlide" Target="../notesSlides/notesSlide3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80.xml"/><Relationship Id="rId10" Type="http://schemas.openxmlformats.org/officeDocument/2006/relationships/image" Target="../media/image84.png"/><Relationship Id="rId1" Type="http://schemas.openxmlformats.org/officeDocument/2006/relationships/tags" Target="../tags/tag175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image" Target="../media/image86.png"/><Relationship Id="rId7" Type="http://schemas.openxmlformats.org/officeDocument/2006/relationships/tags" Target="../tags/tag184.xml"/><Relationship Id="rId6" Type="http://schemas.openxmlformats.org/officeDocument/2006/relationships/image" Target="../media/image85.png"/><Relationship Id="rId5" Type="http://schemas.openxmlformats.org/officeDocument/2006/relationships/tags" Target="../tags/tag183.xml"/><Relationship Id="rId4" Type="http://schemas.openxmlformats.org/officeDocument/2006/relationships/image" Target="../media/image81.png"/><Relationship Id="rId3" Type="http://schemas.openxmlformats.org/officeDocument/2006/relationships/tags" Target="../tags/tag182.xml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3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image" Target="../media/image88.png"/><Relationship Id="rId5" Type="http://schemas.openxmlformats.org/officeDocument/2006/relationships/tags" Target="../tags/tag188.xml"/><Relationship Id="rId4" Type="http://schemas.openxmlformats.org/officeDocument/2006/relationships/image" Target="../media/image43.png"/><Relationship Id="rId3" Type="http://schemas.openxmlformats.org/officeDocument/2006/relationships/tags" Target="../tags/tag187.xml"/><Relationship Id="rId27" Type="http://schemas.openxmlformats.org/officeDocument/2006/relationships/notesSlide" Target="../notesSlides/notesSlide35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image" Target="../media/image93.png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image" Target="../media/image22.png"/><Relationship Id="rId2" Type="http://schemas.openxmlformats.org/officeDocument/2006/relationships/image" Target="../media/image87.png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image" Target="../media/image92.png"/><Relationship Id="rId16" Type="http://schemas.openxmlformats.org/officeDocument/2006/relationships/tags" Target="../tags/tag194.xml"/><Relationship Id="rId15" Type="http://schemas.openxmlformats.org/officeDocument/2006/relationships/image" Target="../media/image91.png"/><Relationship Id="rId14" Type="http://schemas.openxmlformats.org/officeDocument/2006/relationships/tags" Target="../tags/tag193.xml"/><Relationship Id="rId13" Type="http://schemas.openxmlformats.org/officeDocument/2006/relationships/image" Target="../media/image90.png"/><Relationship Id="rId12" Type="http://schemas.openxmlformats.org/officeDocument/2006/relationships/tags" Target="../tags/tag192.xml"/><Relationship Id="rId11" Type="http://schemas.openxmlformats.org/officeDocument/2006/relationships/image" Target="../media/image89.png"/><Relationship Id="rId10" Type="http://schemas.openxmlformats.org/officeDocument/2006/relationships/tags" Target="../tags/tag191.xml"/><Relationship Id="rId1" Type="http://schemas.openxmlformats.org/officeDocument/2006/relationships/tags" Target="../tags/tag18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image" Target="../media/image97.png"/><Relationship Id="rId7" Type="http://schemas.openxmlformats.org/officeDocument/2006/relationships/tags" Target="../tags/tag205.xml"/><Relationship Id="rId6" Type="http://schemas.openxmlformats.org/officeDocument/2006/relationships/image" Target="../media/image96.png"/><Relationship Id="rId5" Type="http://schemas.openxmlformats.org/officeDocument/2006/relationships/tags" Target="../tags/tag204.xml"/><Relationship Id="rId4" Type="http://schemas.openxmlformats.org/officeDocument/2006/relationships/image" Target="../media/image95.png"/><Relationship Id="rId3" Type="http://schemas.openxmlformats.org/officeDocument/2006/relationships/tags" Target="../tags/tag203.xml"/><Relationship Id="rId2" Type="http://schemas.openxmlformats.org/officeDocument/2006/relationships/image" Target="../media/image94.png"/><Relationship Id="rId15" Type="http://schemas.openxmlformats.org/officeDocument/2006/relationships/notesSlide" Target="../notesSlides/notesSlide37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08.xml"/><Relationship Id="rId12" Type="http://schemas.openxmlformats.org/officeDocument/2006/relationships/image" Target="../media/image99.png"/><Relationship Id="rId11" Type="http://schemas.openxmlformats.org/officeDocument/2006/relationships/tags" Target="../tags/tag207.xml"/><Relationship Id="rId10" Type="http://schemas.openxmlformats.org/officeDocument/2006/relationships/image" Target="../media/image98.png"/><Relationship Id="rId1" Type="http://schemas.openxmlformats.org/officeDocument/2006/relationships/tags" Target="../tags/tag202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image" Target="../media/image102.png"/><Relationship Id="rId7" Type="http://schemas.openxmlformats.org/officeDocument/2006/relationships/tags" Target="../tags/tag212.xml"/><Relationship Id="rId6" Type="http://schemas.openxmlformats.org/officeDocument/2006/relationships/image" Target="../media/image101.png"/><Relationship Id="rId5" Type="http://schemas.openxmlformats.org/officeDocument/2006/relationships/tags" Target="../tags/tag211.xml"/><Relationship Id="rId4" Type="http://schemas.openxmlformats.org/officeDocument/2006/relationships/image" Target="../media/image58.png"/><Relationship Id="rId3" Type="http://schemas.openxmlformats.org/officeDocument/2006/relationships/tags" Target="../tags/tag210.xml"/><Relationship Id="rId2" Type="http://schemas.openxmlformats.org/officeDocument/2006/relationships/image" Target="../media/image100.png"/><Relationship Id="rId19" Type="http://schemas.openxmlformats.org/officeDocument/2006/relationships/notesSlide" Target="../notesSlides/notesSlide3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17.xml"/><Relationship Id="rId16" Type="http://schemas.openxmlformats.org/officeDocument/2006/relationships/image" Target="../media/image106.png"/><Relationship Id="rId15" Type="http://schemas.openxmlformats.org/officeDocument/2006/relationships/tags" Target="../tags/tag216.xml"/><Relationship Id="rId14" Type="http://schemas.openxmlformats.org/officeDocument/2006/relationships/image" Target="../media/image105.png"/><Relationship Id="rId13" Type="http://schemas.openxmlformats.org/officeDocument/2006/relationships/tags" Target="../tags/tag215.xml"/><Relationship Id="rId12" Type="http://schemas.openxmlformats.org/officeDocument/2006/relationships/image" Target="../media/image104.png"/><Relationship Id="rId11" Type="http://schemas.openxmlformats.org/officeDocument/2006/relationships/tags" Target="../tags/tag214.xml"/><Relationship Id="rId10" Type="http://schemas.openxmlformats.org/officeDocument/2006/relationships/image" Target="../media/image103.png"/><Relationship Id="rId1" Type="http://schemas.openxmlformats.org/officeDocument/2006/relationships/tags" Target="../tags/tag20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image" Target="../media/image108.png"/><Relationship Id="rId5" Type="http://schemas.openxmlformats.org/officeDocument/2006/relationships/tags" Target="../tags/tag220.xml"/><Relationship Id="rId4" Type="http://schemas.openxmlformats.org/officeDocument/2006/relationships/image" Target="../media/image107.png"/><Relationship Id="rId3" Type="http://schemas.openxmlformats.org/officeDocument/2006/relationships/tags" Target="../tags/tag219.xml"/><Relationship Id="rId2" Type="http://schemas.openxmlformats.org/officeDocument/2006/relationships/image" Target="../media/image58.png"/><Relationship Id="rId11" Type="http://schemas.openxmlformats.org/officeDocument/2006/relationships/notesSlide" Target="../notesSlides/notesSlide3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18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image" Target="../media/image112.png"/><Relationship Id="rId7" Type="http://schemas.openxmlformats.org/officeDocument/2006/relationships/tags" Target="../tags/tag227.xml"/><Relationship Id="rId6" Type="http://schemas.openxmlformats.org/officeDocument/2006/relationships/image" Target="../media/image111.png"/><Relationship Id="rId5" Type="http://schemas.openxmlformats.org/officeDocument/2006/relationships/tags" Target="../tags/tag226.xml"/><Relationship Id="rId4" Type="http://schemas.openxmlformats.org/officeDocument/2006/relationships/image" Target="../media/image110.png"/><Relationship Id="rId3" Type="http://schemas.openxmlformats.org/officeDocument/2006/relationships/tags" Target="../tags/tag225.xml"/><Relationship Id="rId2" Type="http://schemas.openxmlformats.org/officeDocument/2006/relationships/image" Target="../media/image109.png"/><Relationship Id="rId11" Type="http://schemas.openxmlformats.org/officeDocument/2006/relationships/notesSlide" Target="../notesSlides/notesSlide4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24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image" Target="../media/image43.png"/><Relationship Id="rId3" Type="http://schemas.openxmlformats.org/officeDocument/2006/relationships/tags" Target="../tags/tag230.xml"/><Relationship Id="rId2" Type="http://schemas.openxmlformats.org/officeDocument/2006/relationships/image" Target="../media/image25.png"/><Relationship Id="rId1" Type="http://schemas.openxmlformats.org/officeDocument/2006/relationships/tags" Target="../tags/tag229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image" Target="../media/image116.png"/><Relationship Id="rId7" Type="http://schemas.openxmlformats.org/officeDocument/2006/relationships/tags" Target="../tags/tag237.xml"/><Relationship Id="rId6" Type="http://schemas.openxmlformats.org/officeDocument/2006/relationships/image" Target="../media/image115.png"/><Relationship Id="rId5" Type="http://schemas.openxmlformats.org/officeDocument/2006/relationships/tags" Target="../tags/tag236.xml"/><Relationship Id="rId4" Type="http://schemas.openxmlformats.org/officeDocument/2006/relationships/image" Target="../media/image114.png"/><Relationship Id="rId3" Type="http://schemas.openxmlformats.org/officeDocument/2006/relationships/tags" Target="../tags/tag235.xml"/><Relationship Id="rId2" Type="http://schemas.openxmlformats.org/officeDocument/2006/relationships/image" Target="../media/image113.png"/><Relationship Id="rId17" Type="http://schemas.openxmlformats.org/officeDocument/2006/relationships/notesSlide" Target="../notesSlides/notesSlide4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41.xml"/><Relationship Id="rId14" Type="http://schemas.openxmlformats.org/officeDocument/2006/relationships/image" Target="../media/image119.png"/><Relationship Id="rId13" Type="http://schemas.openxmlformats.org/officeDocument/2006/relationships/tags" Target="../tags/tag240.xml"/><Relationship Id="rId12" Type="http://schemas.openxmlformats.org/officeDocument/2006/relationships/image" Target="../media/image118.png"/><Relationship Id="rId11" Type="http://schemas.openxmlformats.org/officeDocument/2006/relationships/tags" Target="../tags/tag239.xml"/><Relationship Id="rId10" Type="http://schemas.openxmlformats.org/officeDocument/2006/relationships/image" Target="../media/image117.png"/><Relationship Id="rId1" Type="http://schemas.openxmlformats.org/officeDocument/2006/relationships/tags" Target="../tags/tag234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3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45.xml"/><Relationship Id="rId6" Type="http://schemas.openxmlformats.org/officeDocument/2006/relationships/image" Target="../media/image122.png"/><Relationship Id="rId5" Type="http://schemas.openxmlformats.org/officeDocument/2006/relationships/tags" Target="../tags/tag244.xml"/><Relationship Id="rId4" Type="http://schemas.openxmlformats.org/officeDocument/2006/relationships/image" Target="../media/image121.png"/><Relationship Id="rId3" Type="http://schemas.openxmlformats.org/officeDocument/2006/relationships/tags" Target="../tags/tag243.xml"/><Relationship Id="rId2" Type="http://schemas.openxmlformats.org/officeDocument/2006/relationships/image" Target="../media/image120.png"/><Relationship Id="rId1" Type="http://schemas.openxmlformats.org/officeDocument/2006/relationships/tags" Target="../tags/tag24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image" Target="../media/image126.png"/><Relationship Id="rId7" Type="http://schemas.openxmlformats.org/officeDocument/2006/relationships/tags" Target="../tags/tag249.xml"/><Relationship Id="rId6" Type="http://schemas.openxmlformats.org/officeDocument/2006/relationships/image" Target="../media/image125.png"/><Relationship Id="rId5" Type="http://schemas.openxmlformats.org/officeDocument/2006/relationships/tags" Target="../tags/tag248.xml"/><Relationship Id="rId4" Type="http://schemas.openxmlformats.org/officeDocument/2006/relationships/image" Target="../media/image124.png"/><Relationship Id="rId3" Type="http://schemas.openxmlformats.org/officeDocument/2006/relationships/tags" Target="../tags/tag247.xml"/><Relationship Id="rId2" Type="http://schemas.openxmlformats.org/officeDocument/2006/relationships/image" Target="../media/image123.png"/><Relationship Id="rId13" Type="http://schemas.openxmlformats.org/officeDocument/2006/relationships/notesSlide" Target="../notesSlides/notesSlide4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51.xml"/><Relationship Id="rId10" Type="http://schemas.openxmlformats.org/officeDocument/2006/relationships/image" Target="../media/image127.png"/><Relationship Id="rId1" Type="http://schemas.openxmlformats.org/officeDocument/2006/relationships/tags" Target="../tags/tag24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image" Target="../media/image34.png"/><Relationship Id="rId7" Type="http://schemas.openxmlformats.org/officeDocument/2006/relationships/tags" Target="../tags/tag255.xml"/><Relationship Id="rId6" Type="http://schemas.openxmlformats.org/officeDocument/2006/relationships/image" Target="../media/image33.png"/><Relationship Id="rId5" Type="http://schemas.openxmlformats.org/officeDocument/2006/relationships/tags" Target="../tags/tag254.xml"/><Relationship Id="rId4" Type="http://schemas.openxmlformats.org/officeDocument/2006/relationships/image" Target="../media/image29.png"/><Relationship Id="rId3" Type="http://schemas.openxmlformats.org/officeDocument/2006/relationships/tags" Target="../tags/tag253.xml"/><Relationship Id="rId2" Type="http://schemas.openxmlformats.org/officeDocument/2006/relationships/image" Target="../media/image58.png"/><Relationship Id="rId13" Type="http://schemas.openxmlformats.org/officeDocument/2006/relationships/notesSlide" Target="../notesSlides/notesSlide46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57.xml"/><Relationship Id="rId10" Type="http://schemas.openxmlformats.org/officeDocument/2006/relationships/image" Target="../media/image128.png"/><Relationship Id="rId1" Type="http://schemas.openxmlformats.org/officeDocument/2006/relationships/tags" Target="../tags/tag252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image" Target="../media/image131.png"/><Relationship Id="rId7" Type="http://schemas.openxmlformats.org/officeDocument/2006/relationships/tags" Target="../tags/tag261.xml"/><Relationship Id="rId6" Type="http://schemas.openxmlformats.org/officeDocument/2006/relationships/image" Target="../media/image29.png"/><Relationship Id="rId5" Type="http://schemas.openxmlformats.org/officeDocument/2006/relationships/tags" Target="../tags/tag260.xml"/><Relationship Id="rId4" Type="http://schemas.openxmlformats.org/officeDocument/2006/relationships/image" Target="../media/image130.png"/><Relationship Id="rId3" Type="http://schemas.openxmlformats.org/officeDocument/2006/relationships/tags" Target="../tags/tag259.xml"/><Relationship Id="rId2" Type="http://schemas.openxmlformats.org/officeDocument/2006/relationships/image" Target="../media/image129.png"/><Relationship Id="rId19" Type="http://schemas.openxmlformats.org/officeDocument/2006/relationships/notesSlide" Target="../notesSlides/notesSlide47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66.xml"/><Relationship Id="rId16" Type="http://schemas.openxmlformats.org/officeDocument/2006/relationships/image" Target="../media/image135.png"/><Relationship Id="rId15" Type="http://schemas.openxmlformats.org/officeDocument/2006/relationships/tags" Target="../tags/tag265.xml"/><Relationship Id="rId14" Type="http://schemas.openxmlformats.org/officeDocument/2006/relationships/image" Target="../media/image134.png"/><Relationship Id="rId13" Type="http://schemas.openxmlformats.org/officeDocument/2006/relationships/tags" Target="../tags/tag264.xml"/><Relationship Id="rId12" Type="http://schemas.openxmlformats.org/officeDocument/2006/relationships/image" Target="../media/image133.png"/><Relationship Id="rId11" Type="http://schemas.openxmlformats.org/officeDocument/2006/relationships/tags" Target="../tags/tag263.xml"/><Relationship Id="rId10" Type="http://schemas.openxmlformats.org/officeDocument/2006/relationships/image" Target="../media/image132.png"/><Relationship Id="rId1" Type="http://schemas.openxmlformats.org/officeDocument/2006/relationships/tags" Target="../tags/tag258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image" Target="../media/image137.png"/><Relationship Id="rId7" Type="http://schemas.openxmlformats.org/officeDocument/2006/relationships/tags" Target="../tags/tag270.xml"/><Relationship Id="rId6" Type="http://schemas.openxmlformats.org/officeDocument/2006/relationships/image" Target="../media/image136.png"/><Relationship Id="rId5" Type="http://schemas.openxmlformats.org/officeDocument/2006/relationships/tags" Target="../tags/tag269.xml"/><Relationship Id="rId4" Type="http://schemas.openxmlformats.org/officeDocument/2006/relationships/image" Target="../media/image34.png"/><Relationship Id="rId3" Type="http://schemas.openxmlformats.org/officeDocument/2006/relationships/tags" Target="../tags/tag268.xml"/><Relationship Id="rId23" Type="http://schemas.openxmlformats.org/officeDocument/2006/relationships/notesSlide" Target="../notesSlides/notesSlide48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77.xml"/><Relationship Id="rId20" Type="http://schemas.openxmlformats.org/officeDocument/2006/relationships/image" Target="../media/image141.png"/><Relationship Id="rId2" Type="http://schemas.openxmlformats.org/officeDocument/2006/relationships/image" Target="../media/image33.png"/><Relationship Id="rId19" Type="http://schemas.openxmlformats.org/officeDocument/2006/relationships/tags" Target="../tags/tag276.xml"/><Relationship Id="rId18" Type="http://schemas.openxmlformats.org/officeDocument/2006/relationships/image" Target="../media/image29.png"/><Relationship Id="rId17" Type="http://schemas.openxmlformats.org/officeDocument/2006/relationships/tags" Target="../tags/tag275.xml"/><Relationship Id="rId16" Type="http://schemas.openxmlformats.org/officeDocument/2006/relationships/image" Target="../media/image25.png"/><Relationship Id="rId15" Type="http://schemas.openxmlformats.org/officeDocument/2006/relationships/tags" Target="../tags/tag274.xml"/><Relationship Id="rId14" Type="http://schemas.openxmlformats.org/officeDocument/2006/relationships/image" Target="../media/image140.png"/><Relationship Id="rId13" Type="http://schemas.openxmlformats.org/officeDocument/2006/relationships/tags" Target="../tags/tag273.xml"/><Relationship Id="rId12" Type="http://schemas.openxmlformats.org/officeDocument/2006/relationships/image" Target="../media/image139.png"/><Relationship Id="rId11" Type="http://schemas.openxmlformats.org/officeDocument/2006/relationships/tags" Target="../tags/tag272.xml"/><Relationship Id="rId10" Type="http://schemas.openxmlformats.org/officeDocument/2006/relationships/image" Target="../media/image138.png"/><Relationship Id="rId1" Type="http://schemas.openxmlformats.org/officeDocument/2006/relationships/tags" Target="../tags/tag267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9.xml"/><Relationship Id="rId2" Type="http://schemas.openxmlformats.org/officeDocument/2006/relationships/image" Target="../media/image142.png"/><Relationship Id="rId1" Type="http://schemas.openxmlformats.org/officeDocument/2006/relationships/tags" Target="../tags/tag278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image" Target="../media/image128.png"/><Relationship Id="rId7" Type="http://schemas.openxmlformats.org/officeDocument/2006/relationships/tags" Target="../tags/tag283.xml"/><Relationship Id="rId6" Type="http://schemas.openxmlformats.org/officeDocument/2006/relationships/image" Target="../media/image34.png"/><Relationship Id="rId5" Type="http://schemas.openxmlformats.org/officeDocument/2006/relationships/tags" Target="../tags/tag282.xml"/><Relationship Id="rId4" Type="http://schemas.openxmlformats.org/officeDocument/2006/relationships/image" Target="../media/image33.png"/><Relationship Id="rId3" Type="http://schemas.openxmlformats.org/officeDocument/2006/relationships/tags" Target="../tags/tag281.xml"/><Relationship Id="rId2" Type="http://schemas.openxmlformats.org/officeDocument/2006/relationships/image" Target="../media/image58.png"/><Relationship Id="rId14" Type="http://schemas.openxmlformats.org/officeDocument/2006/relationships/notesSlide" Target="../notesSlides/notesSlide50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image" Target="../media/image22.png"/><Relationship Id="rId1" Type="http://schemas.openxmlformats.org/officeDocument/2006/relationships/tags" Target="../tags/tag280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image" Target="../media/image143.png"/><Relationship Id="rId7" Type="http://schemas.openxmlformats.org/officeDocument/2006/relationships/tags" Target="../tags/tag290.xml"/><Relationship Id="rId6" Type="http://schemas.openxmlformats.org/officeDocument/2006/relationships/image" Target="../media/image22.png"/><Relationship Id="rId5" Type="http://schemas.openxmlformats.org/officeDocument/2006/relationships/tags" Target="../tags/tag289.xml"/><Relationship Id="rId4" Type="http://schemas.openxmlformats.org/officeDocument/2006/relationships/image" Target="../media/image34.png"/><Relationship Id="rId3" Type="http://schemas.openxmlformats.org/officeDocument/2006/relationships/tags" Target="../tags/tag288.xml"/><Relationship Id="rId2" Type="http://schemas.openxmlformats.org/officeDocument/2006/relationships/image" Target="../media/image33.png"/><Relationship Id="rId14" Type="http://schemas.openxmlformats.org/officeDocument/2006/relationships/notesSlide" Target="../notesSlides/notesSlide5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image" Target="../media/image58.png"/><Relationship Id="rId1" Type="http://schemas.openxmlformats.org/officeDocument/2006/relationships/tags" Target="../tags/tag287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image" Target="../media/image146.png"/><Relationship Id="rId7" Type="http://schemas.openxmlformats.org/officeDocument/2006/relationships/tags" Target="../tags/tag297.xml"/><Relationship Id="rId6" Type="http://schemas.openxmlformats.org/officeDocument/2006/relationships/image" Target="../media/image145.png"/><Relationship Id="rId5" Type="http://schemas.openxmlformats.org/officeDocument/2006/relationships/tags" Target="../tags/tag296.xml"/><Relationship Id="rId4" Type="http://schemas.openxmlformats.org/officeDocument/2006/relationships/image" Target="../media/image144.png"/><Relationship Id="rId3" Type="http://schemas.openxmlformats.org/officeDocument/2006/relationships/tags" Target="../tags/tag295.xml"/><Relationship Id="rId2" Type="http://schemas.openxmlformats.org/officeDocument/2006/relationships/image" Target="../media/image113.png"/><Relationship Id="rId15" Type="http://schemas.openxmlformats.org/officeDocument/2006/relationships/notesSlide" Target="../notesSlides/notesSlide5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00.xml"/><Relationship Id="rId12" Type="http://schemas.openxmlformats.org/officeDocument/2006/relationships/image" Target="../media/image115.png"/><Relationship Id="rId11" Type="http://schemas.openxmlformats.org/officeDocument/2006/relationships/tags" Target="../tags/tag299.xml"/><Relationship Id="rId10" Type="http://schemas.openxmlformats.org/officeDocument/2006/relationships/image" Target="../media/image147.png"/><Relationship Id="rId1" Type="http://schemas.openxmlformats.org/officeDocument/2006/relationships/tags" Target="../tags/tag294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image" Target="../media/image149.png"/><Relationship Id="rId7" Type="http://schemas.openxmlformats.org/officeDocument/2006/relationships/tags" Target="../tags/tag304.xml"/><Relationship Id="rId6" Type="http://schemas.openxmlformats.org/officeDocument/2006/relationships/image" Target="../media/image148.png"/><Relationship Id="rId5" Type="http://schemas.openxmlformats.org/officeDocument/2006/relationships/tags" Target="../tags/tag303.xml"/><Relationship Id="rId4" Type="http://schemas.openxmlformats.org/officeDocument/2006/relationships/image" Target="../media/image144.png"/><Relationship Id="rId3" Type="http://schemas.openxmlformats.org/officeDocument/2006/relationships/tags" Target="../tags/tag302.xml"/><Relationship Id="rId2" Type="http://schemas.openxmlformats.org/officeDocument/2006/relationships/image" Target="../media/image113.png"/><Relationship Id="rId13" Type="http://schemas.openxmlformats.org/officeDocument/2006/relationships/notesSlide" Target="../notesSlides/notesSlide5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06.xml"/><Relationship Id="rId10" Type="http://schemas.openxmlformats.org/officeDocument/2006/relationships/image" Target="../media/image150.png"/><Relationship Id="rId1" Type="http://schemas.openxmlformats.org/officeDocument/2006/relationships/tags" Target="../tags/tag301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image" Target="../media/image154.png"/><Relationship Id="rId7" Type="http://schemas.openxmlformats.org/officeDocument/2006/relationships/tags" Target="../tags/tag310.xml"/><Relationship Id="rId6" Type="http://schemas.openxmlformats.org/officeDocument/2006/relationships/image" Target="../media/image153.png"/><Relationship Id="rId5" Type="http://schemas.openxmlformats.org/officeDocument/2006/relationships/tags" Target="../tags/tag309.xml"/><Relationship Id="rId4" Type="http://schemas.openxmlformats.org/officeDocument/2006/relationships/image" Target="../media/image152.png"/><Relationship Id="rId3" Type="http://schemas.openxmlformats.org/officeDocument/2006/relationships/tags" Target="../tags/tag308.xml"/><Relationship Id="rId2" Type="http://schemas.openxmlformats.org/officeDocument/2006/relationships/image" Target="../media/image151.png"/><Relationship Id="rId13" Type="http://schemas.openxmlformats.org/officeDocument/2006/relationships/notesSlide" Target="../notesSlides/notesSlide5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12.xml"/><Relationship Id="rId10" Type="http://schemas.openxmlformats.org/officeDocument/2006/relationships/image" Target="../media/image115.png"/><Relationship Id="rId1" Type="http://schemas.openxmlformats.org/officeDocument/2006/relationships/tags" Target="../tags/tag307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image" Target="../media/image156.png"/><Relationship Id="rId7" Type="http://schemas.openxmlformats.org/officeDocument/2006/relationships/image" Target="../media/image155.png"/><Relationship Id="rId6" Type="http://schemas.openxmlformats.org/officeDocument/2006/relationships/tags" Target="../tags/tag316.xml"/><Relationship Id="rId5" Type="http://schemas.openxmlformats.org/officeDocument/2006/relationships/tags" Target="../tags/tag315.xml"/><Relationship Id="rId4" Type="http://schemas.openxmlformats.org/officeDocument/2006/relationships/image" Target="../media/image152.png"/><Relationship Id="rId3" Type="http://schemas.openxmlformats.org/officeDocument/2006/relationships/tags" Target="../tags/tag314.xml"/><Relationship Id="rId2" Type="http://schemas.openxmlformats.org/officeDocument/2006/relationships/image" Target="../media/image151.png"/><Relationship Id="rId11" Type="http://schemas.openxmlformats.org/officeDocument/2006/relationships/notesSlide" Target="../notesSlides/notesSlide5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13.xml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9.xml"/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tags" Target="../tags/tag318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image" Target="../media/image161.png"/><Relationship Id="rId7" Type="http://schemas.openxmlformats.org/officeDocument/2006/relationships/tags" Target="../tags/tag323.xml"/><Relationship Id="rId6" Type="http://schemas.openxmlformats.org/officeDocument/2006/relationships/image" Target="../media/image22.png"/><Relationship Id="rId5" Type="http://schemas.openxmlformats.org/officeDocument/2006/relationships/tags" Target="../tags/tag322.xml"/><Relationship Id="rId4" Type="http://schemas.openxmlformats.org/officeDocument/2006/relationships/image" Target="../media/image160.png"/><Relationship Id="rId3" Type="http://schemas.openxmlformats.org/officeDocument/2006/relationships/tags" Target="../tags/tag321.xml"/><Relationship Id="rId2" Type="http://schemas.openxmlformats.org/officeDocument/2006/relationships/image" Target="../media/image159.png"/><Relationship Id="rId16" Type="http://schemas.openxmlformats.org/officeDocument/2006/relationships/notesSlide" Target="../notesSlides/notesSlide57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image" Target="../media/image163.png"/><Relationship Id="rId11" Type="http://schemas.openxmlformats.org/officeDocument/2006/relationships/tags" Target="../tags/tag325.xml"/><Relationship Id="rId10" Type="http://schemas.openxmlformats.org/officeDocument/2006/relationships/image" Target="../media/image162.png"/><Relationship Id="rId1" Type="http://schemas.openxmlformats.org/officeDocument/2006/relationships/tags" Target="../tags/tag3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764704"/>
            <a:ext cx="7344816" cy="2016224"/>
          </a:xfrm>
        </p:spPr>
        <p:txBody>
          <a:bodyPr anchor="ctr"/>
          <a:lstStyle/>
          <a:p>
            <a:pPr algn="ctr"/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Mathematical Foundations </a:t>
            </a:r>
            <a:r>
              <a:rPr lang="en-US" altLang="zh-CN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f Control Engineering</a:t>
            </a:r>
            <a:b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zh-CN" altLang="en-US" sz="3200" b="1" cap="none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控制工程数学基础</a:t>
            </a:r>
            <a:endParaRPr lang="zh-HK" altLang="en-US" sz="3200" b="1" cap="none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2996952"/>
            <a:ext cx="7200800" cy="2952328"/>
          </a:xfrm>
        </p:spPr>
        <p:txBody>
          <a:bodyPr>
            <a:normAutofit/>
          </a:bodyPr>
          <a:lstStyle/>
          <a:p>
            <a:pPr algn="ctr"/>
            <a:r>
              <a:rPr lang="en-US" altLang="zh-HK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Dr.</a:t>
            </a:r>
            <a:r>
              <a:rPr lang="en-US" altLang="zh-HK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Bohao ZHU (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朱博浩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School of System Design and Intelligent Manufacturing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Southern University of Science and Technology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 2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Coutesy of Dr.</a:t>
            </a:r>
            <a:r>
              <a:rPr lang="en-US" altLang="zh-HK" sz="2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Xiang XU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79"/>
    </mc:Choice>
    <mc:Fallback>
      <p:transition spd="slow" advTm="108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0" name="標題 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Outline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1758842" y="1518233"/>
            <a:ext cx="5256584" cy="848385"/>
            <a:chOff x="1296" y="1824"/>
            <a:chExt cx="2976" cy="432"/>
          </a:xfrm>
        </p:grpSpPr>
        <p:sp>
          <p:nvSpPr>
            <p:cNvPr id="3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Sets in Complex Plane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  <p:grpSp>
        <p:nvGrpSpPr>
          <p:cNvPr id="12" name="Group 51"/>
          <p:cNvGrpSpPr/>
          <p:nvPr/>
        </p:nvGrpSpPr>
        <p:grpSpPr bwMode="auto">
          <a:xfrm>
            <a:off x="1758842" y="2595890"/>
            <a:ext cx="5301873" cy="786442"/>
            <a:chOff x="1296" y="1824"/>
            <a:chExt cx="2976" cy="432"/>
          </a:xfrm>
        </p:grpSpPr>
        <p:sp>
          <p:nvSpPr>
            <p:cNvPr id="1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7" name="Group 51"/>
          <p:cNvGrpSpPr/>
          <p:nvPr/>
        </p:nvGrpSpPr>
        <p:grpSpPr bwMode="auto">
          <a:xfrm>
            <a:off x="1758842" y="3664223"/>
            <a:ext cx="5301873" cy="786442"/>
            <a:chOff x="1296" y="1824"/>
            <a:chExt cx="2976" cy="432"/>
          </a:xfrm>
        </p:grpSpPr>
        <p:sp>
          <p:nvSpPr>
            <p:cNvPr id="18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1" name="Text Box 54"/>
            <p:cNvSpPr txBox="1">
              <a:spLocks noChangeArrowheads="1"/>
            </p:cNvSpPr>
            <p:nvPr/>
          </p:nvSpPr>
          <p:spPr bwMode="gray">
            <a:xfrm>
              <a:off x="1626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Analytic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38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9" name="Group 51"/>
          <p:cNvGrpSpPr/>
          <p:nvPr/>
        </p:nvGrpSpPr>
        <p:grpSpPr bwMode="auto">
          <a:xfrm>
            <a:off x="1758842" y="4732556"/>
            <a:ext cx="5301873" cy="786442"/>
            <a:chOff x="1296" y="1824"/>
            <a:chExt cx="2976" cy="432"/>
          </a:xfrm>
        </p:grpSpPr>
        <p:sp>
          <p:nvSpPr>
            <p:cNvPr id="4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gray">
            <a:xfrm>
              <a:off x="1655" y="1924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Cauchy–Riemann Equations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3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94"/>
    </mc:Choice>
    <mc:Fallback>
      <p:transition spd="slow" advTm="31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3" name="Group 41"/>
          <p:cNvGrpSpPr/>
          <p:nvPr/>
        </p:nvGrpSpPr>
        <p:grpSpPr bwMode="auto">
          <a:xfrm>
            <a:off x="1943708" y="3004807"/>
            <a:ext cx="5256584" cy="848385"/>
            <a:chOff x="1296" y="1824"/>
            <a:chExt cx="2976" cy="432"/>
          </a:xfrm>
        </p:grpSpPr>
        <p:sp>
          <p:nvSpPr>
            <p:cNvPr id="4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6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Sets in Complex Plane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7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9"/>
    </mc:Choice>
    <mc:Fallback>
      <p:transition spd="slow" advTm="56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流程图: 接点 62"/>
          <p:cNvSpPr/>
          <p:nvPr/>
        </p:nvSpPr>
        <p:spPr>
          <a:xfrm>
            <a:off x="6738881" y="4351218"/>
            <a:ext cx="1487609" cy="1487609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Circles and Disks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start from the following plot in the plane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Circle: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Open disk: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Closed disk: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Open annulus: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Closed annulus: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4" name="图片 13" descr="\documentclass{article}&#10;\usepackage{amsmath}&#10;\pagestyle{empty}&#10;\begin{document}&#10;&#10;$|z-a|=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941951"/>
            <a:ext cx="1378915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13" y="2303028"/>
            <a:ext cx="1378915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|z-a|\leq\rho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029" y="2710178"/>
            <a:ext cx="1378915" cy="30541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053" y="3067935"/>
            <a:ext cx="2212848" cy="30541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\rho_1\leq|z-a|\leq\rho_2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232" y="3419733"/>
            <a:ext cx="2212848" cy="305410"/>
          </a:xfrm>
          <a:prstGeom prst="rect">
            <a:avLst/>
          </a:prstGeom>
        </p:spPr>
      </p:pic>
      <p:sp>
        <p:nvSpPr>
          <p:cNvPr id="39" name="流程图: 接点 38"/>
          <p:cNvSpPr/>
          <p:nvPr/>
        </p:nvSpPr>
        <p:spPr>
          <a:xfrm>
            <a:off x="1659306" y="4509120"/>
            <a:ext cx="1224135" cy="1224135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43608" y="4149080"/>
            <a:ext cx="2304256" cy="1728192"/>
            <a:chOff x="1147990" y="4149080"/>
            <a:chExt cx="2304256" cy="1728192"/>
          </a:xfrm>
        </p:grpSpPr>
        <p:cxnSp>
          <p:nvCxnSpPr>
            <p:cNvPr id="32" name="直接箭头连接符 31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44" name="图片 43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47" name="图片 46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684" y="5047520"/>
            <a:ext cx="117348" cy="112776"/>
          </a:xfrm>
          <a:prstGeom prst="rect">
            <a:avLst/>
          </a:prstGeom>
        </p:spPr>
      </p:pic>
      <p:cxnSp>
        <p:nvCxnSpPr>
          <p:cNvPr id="49" name="直接箭头连接符 48"/>
          <p:cNvCxnSpPr>
            <a:endCxn id="39" idx="7"/>
          </p:cNvCxnSpPr>
          <p:nvPr/>
        </p:nvCxnSpPr>
        <p:spPr>
          <a:xfrm flipV="1">
            <a:off x="2271373" y="4688390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图片 51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603" y="4906238"/>
            <a:ext cx="120396" cy="164592"/>
          </a:xfrm>
          <a:prstGeom prst="rect">
            <a:avLst/>
          </a:prstGeom>
        </p:spPr>
      </p:pic>
      <p:sp>
        <p:nvSpPr>
          <p:cNvPr id="53" name="流程图: 接点 52"/>
          <p:cNvSpPr/>
          <p:nvPr/>
        </p:nvSpPr>
        <p:spPr>
          <a:xfrm>
            <a:off x="4306637" y="4526398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690940" y="4166359"/>
            <a:ext cx="2304256" cy="1728192"/>
            <a:chOff x="1147990" y="4149080"/>
            <a:chExt cx="2304256" cy="1728192"/>
          </a:xfrm>
        </p:grpSpPr>
        <p:cxnSp>
          <p:nvCxnSpPr>
            <p:cNvPr id="55" name="直接箭头连接符 54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图片 56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58" name="图片 57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59" name="图片 58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5064799"/>
            <a:ext cx="117348" cy="112776"/>
          </a:xfrm>
          <a:prstGeom prst="rect">
            <a:avLst/>
          </a:prstGeom>
        </p:spPr>
      </p:pic>
      <p:cxnSp>
        <p:nvCxnSpPr>
          <p:cNvPr id="60" name="直接箭头连接符 59"/>
          <p:cNvCxnSpPr>
            <a:endCxn id="53" idx="7"/>
          </p:cNvCxnSpPr>
          <p:nvPr/>
        </p:nvCxnSpPr>
        <p:spPr>
          <a:xfrm flipV="1">
            <a:off x="4918704" y="4705668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图片 60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935" y="4923517"/>
            <a:ext cx="120396" cy="164592"/>
          </a:xfrm>
          <a:prstGeom prst="rect">
            <a:avLst/>
          </a:prstGeom>
        </p:spPr>
      </p:pic>
      <p:sp>
        <p:nvSpPr>
          <p:cNvPr id="62" name="流程图: 接点 61"/>
          <p:cNvSpPr/>
          <p:nvPr/>
        </p:nvSpPr>
        <p:spPr>
          <a:xfrm>
            <a:off x="4306637" y="4526398"/>
            <a:ext cx="1224135" cy="1224135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6256928" y="4116001"/>
            <a:ext cx="2304256" cy="1728192"/>
            <a:chOff x="1147990" y="4149080"/>
            <a:chExt cx="2304256" cy="1728192"/>
          </a:xfrm>
        </p:grpSpPr>
        <p:cxnSp>
          <p:nvCxnSpPr>
            <p:cNvPr id="65" name="直接箭头连接符 64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图片 66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68" name="图片 67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sp>
        <p:nvSpPr>
          <p:cNvPr id="70" name="流程图: 接点 69"/>
          <p:cNvSpPr/>
          <p:nvPr/>
        </p:nvSpPr>
        <p:spPr>
          <a:xfrm>
            <a:off x="7062857" y="4676950"/>
            <a:ext cx="843674" cy="836143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接箭头连接符 70"/>
          <p:cNvCxnSpPr>
            <a:endCxn id="70" idx="1"/>
          </p:cNvCxnSpPr>
          <p:nvPr/>
        </p:nvCxnSpPr>
        <p:spPr>
          <a:xfrm flipH="1" flipV="1">
            <a:off x="7186410" y="4799400"/>
            <a:ext cx="296277" cy="29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21" y="5162399"/>
            <a:ext cx="117348" cy="112776"/>
          </a:xfrm>
          <a:prstGeom prst="rect">
            <a:avLst/>
          </a:prstGeom>
        </p:spPr>
      </p:pic>
      <p:pic>
        <p:nvPicPr>
          <p:cNvPr id="76" name="图片 75" descr="\documentclass{article}&#10;\usepackage{amsmath}&#10;\pagestyle{empty}&#10;\begin{document}&#10;&#10;$\rho_2$&#10;&#10;&#10;\end{document}" title="IguanaTex Bitmap Display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109" y="4906312"/>
            <a:ext cx="213360" cy="164592"/>
          </a:xfrm>
          <a:prstGeom prst="rect">
            <a:avLst/>
          </a:prstGeom>
        </p:spPr>
      </p:pic>
      <p:sp>
        <p:nvSpPr>
          <p:cNvPr id="85" name="流程图: 接点 84"/>
          <p:cNvSpPr/>
          <p:nvPr/>
        </p:nvSpPr>
        <p:spPr>
          <a:xfrm>
            <a:off x="7060848" y="4676950"/>
            <a:ext cx="843674" cy="836143"/>
          </a:xfrm>
          <a:prstGeom prst="flowChartConnector">
            <a:avLst/>
          </a:prstGeom>
          <a:noFill/>
          <a:ln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7" name="流程图: 接点 86"/>
          <p:cNvSpPr/>
          <p:nvPr/>
        </p:nvSpPr>
        <p:spPr>
          <a:xfrm>
            <a:off x="6738881" y="4351216"/>
            <a:ext cx="1487609" cy="1487609"/>
          </a:xfrm>
          <a:prstGeom prst="flowChartConnector">
            <a:avLst/>
          </a:prstGeom>
          <a:noFill/>
          <a:ln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020496" y="4869434"/>
                <a:ext cx="5829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496" y="4869434"/>
                <a:ext cx="582930" cy="368300"/>
              </a:xfrm>
              <a:prstGeom prst="rect">
                <a:avLst/>
              </a:prstGeom>
              <a:blipFill rotWithShape="1">
                <a:blip r:embed="rId28"/>
                <a:stretch>
                  <a:fillRect l="-98" t="-69" r="9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箭头连接符 68"/>
          <p:cNvCxnSpPr>
            <a:endCxn id="63" idx="7"/>
          </p:cNvCxnSpPr>
          <p:nvPr/>
        </p:nvCxnSpPr>
        <p:spPr>
          <a:xfrm flipV="1">
            <a:off x="7460864" y="4569073"/>
            <a:ext cx="547771" cy="5444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9" grpId="0" animBg="1"/>
      <p:bldP spid="53" grpId="0" animBg="1"/>
      <p:bldP spid="62" grpId="0" animBg="1"/>
      <p:bldP spid="70" grpId="0" animBg="1"/>
      <p:bldP spid="85" grpId="0" animBg="1"/>
      <p:bldP spid="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Neighborhood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Neighborhood</a:t>
            </a:r>
            <a:r>
              <a:rPr lang="en-US" altLang="zh-CN" sz="2400" dirty="0">
                <a:cs typeface="Times New Roman" panose="02020503050405090304" pitchFamily="18" charset="0"/>
              </a:rPr>
              <a:t>: An open disk                      is also called a neighborhood of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Deleted neighborhood</a:t>
            </a:r>
            <a:r>
              <a:rPr lang="en-US" altLang="zh-CN" sz="2400" dirty="0">
                <a:cs typeface="Times New Roman" panose="02020503050405090304" pitchFamily="18" charset="0"/>
              </a:rPr>
              <a:t>: An open disk deleting its center                             is called a deleted neighborhood of point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396" y="1918981"/>
            <a:ext cx="1378915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42" y="2420888"/>
            <a:ext cx="140818" cy="135331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0&lt;|z-a|&lt;\rho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56" y="3051582"/>
            <a:ext cx="1958645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34" y="3501009"/>
            <a:ext cx="140818" cy="135331"/>
          </a:xfrm>
          <a:prstGeom prst="rect">
            <a:avLst/>
          </a:prstGeom>
        </p:spPr>
      </p:pic>
      <p:sp>
        <p:nvSpPr>
          <p:cNvPr id="13" name="流程图: 接点 12"/>
          <p:cNvSpPr/>
          <p:nvPr/>
        </p:nvSpPr>
        <p:spPr>
          <a:xfrm>
            <a:off x="1614680" y="4541788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98983" y="4181749"/>
            <a:ext cx="2304256" cy="1728192"/>
            <a:chOff x="1147990" y="4149080"/>
            <a:chExt cx="2304256" cy="1728192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9" name="图片 18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22" name="图片 21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59" y="5080189"/>
            <a:ext cx="117348" cy="112776"/>
          </a:xfrm>
          <a:prstGeom prst="rect">
            <a:avLst/>
          </a:prstGeom>
        </p:spPr>
      </p:pic>
      <p:cxnSp>
        <p:nvCxnSpPr>
          <p:cNvPr id="24" name="直接箭头连接符 23"/>
          <p:cNvCxnSpPr>
            <a:endCxn id="13" idx="7"/>
          </p:cNvCxnSpPr>
          <p:nvPr/>
        </p:nvCxnSpPr>
        <p:spPr>
          <a:xfrm flipV="1">
            <a:off x="2226747" y="4721058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图片 24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978" y="4938907"/>
            <a:ext cx="120396" cy="164592"/>
          </a:xfrm>
          <a:prstGeom prst="rect">
            <a:avLst/>
          </a:prstGeom>
        </p:spPr>
      </p:pic>
      <p:sp>
        <p:nvSpPr>
          <p:cNvPr id="28" name="流程图: 接点 27"/>
          <p:cNvSpPr/>
          <p:nvPr/>
        </p:nvSpPr>
        <p:spPr>
          <a:xfrm>
            <a:off x="5724128" y="4541787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108431" y="4181748"/>
            <a:ext cx="2304256" cy="1728192"/>
            <a:chOff x="1147990" y="4149080"/>
            <a:chExt cx="2304256" cy="1728192"/>
          </a:xfrm>
        </p:grpSpPr>
        <p:cxnSp>
          <p:nvCxnSpPr>
            <p:cNvPr id="30" name="直接箭头连接符 29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4" name="图片 33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35" name="图片 34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36" name="图片 35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07" y="5080188"/>
            <a:ext cx="117348" cy="112776"/>
          </a:xfrm>
          <a:prstGeom prst="rect">
            <a:avLst/>
          </a:prstGeom>
        </p:spPr>
      </p:pic>
      <p:cxnSp>
        <p:nvCxnSpPr>
          <p:cNvPr id="37" name="直接箭头连接符 36"/>
          <p:cNvCxnSpPr>
            <a:endCxn id="28" idx="7"/>
          </p:cNvCxnSpPr>
          <p:nvPr/>
        </p:nvCxnSpPr>
        <p:spPr>
          <a:xfrm flipV="1">
            <a:off x="6336195" y="4721057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图片 37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426" y="4938906"/>
            <a:ext cx="120396" cy="164592"/>
          </a:xfrm>
          <a:prstGeom prst="rect">
            <a:avLst/>
          </a:prstGeom>
        </p:spPr>
      </p:pic>
      <p:sp>
        <p:nvSpPr>
          <p:cNvPr id="40" name="流程图: 接点 39"/>
          <p:cNvSpPr/>
          <p:nvPr/>
        </p:nvSpPr>
        <p:spPr>
          <a:xfrm>
            <a:off x="6290316" y="5109455"/>
            <a:ext cx="88797" cy="88797"/>
          </a:xfrm>
          <a:prstGeom prst="flowChartConnector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26650" y="5962099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Neighborhood</a:t>
            </a:r>
            <a:endParaRPr lang="zh-CN" altLang="en-US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5436098" y="5992524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Deleted neighborhood</a:t>
            </a:r>
            <a:endParaRPr lang="zh-CN" altLang="en-US" sz="1600" dirty="0"/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8" grpId="0" animBg="1"/>
      <p:bldP spid="40" grpId="0" animBg="1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Interior, Exterior and Boundary point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a point    is called its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Interior point</a:t>
            </a:r>
            <a:r>
              <a:rPr lang="en-US" altLang="zh-CN" sz="2400" dirty="0">
                <a:cs typeface="Times New Roman" panose="02020503050405090304" pitchFamily="18" charset="0"/>
              </a:rPr>
              <a:t> if there exists a neighborhood of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contained in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Exterior point</a:t>
            </a:r>
            <a:r>
              <a:rPr lang="en-US" altLang="zh-CN" sz="2400" dirty="0">
                <a:cs typeface="Times New Roman" panose="02020503050405090304" pitchFamily="18" charset="0"/>
              </a:rPr>
              <a:t> if there exists a neighborhood of    contained in the complement of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Boundary point</a:t>
            </a:r>
            <a:r>
              <a:rPr lang="en-US" altLang="zh-CN" sz="2400" dirty="0">
                <a:cs typeface="Times New Roman" panose="02020503050405090304" pitchFamily="18" charset="0"/>
              </a:rPr>
              <a:t> if every neighborhood of     contains both points that belong to     and points that do not belong to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Picture 1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047713" y="529146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3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046125" y="528988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84"/>
          <p:cNvGrpSpPr/>
          <p:nvPr/>
        </p:nvGrpSpPr>
        <p:grpSpPr bwMode="auto">
          <a:xfrm>
            <a:off x="5730213" y="4313568"/>
            <a:ext cx="2233612" cy="1509713"/>
            <a:chOff x="3903" y="2506"/>
            <a:chExt cx="1407" cy="951"/>
          </a:xfrm>
        </p:grpSpPr>
        <p:sp>
          <p:nvSpPr>
            <p:cNvPr id="9" name="Freeform 29"/>
            <p:cNvSpPr>
              <a:spLocks noChangeAspect="1"/>
            </p:cNvSpPr>
            <p:nvPr/>
          </p:nvSpPr>
          <p:spPr bwMode="auto">
            <a:xfrm>
              <a:off x="3903" y="2506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2"/>
            <p:cNvSpPr/>
            <p:nvPr/>
          </p:nvSpPr>
          <p:spPr bwMode="auto">
            <a:xfrm>
              <a:off x="4899" y="2986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81"/>
          <p:cNvGrpSpPr/>
          <p:nvPr/>
        </p:nvGrpSpPr>
        <p:grpSpPr bwMode="auto">
          <a:xfrm>
            <a:off x="6385849" y="4802533"/>
            <a:ext cx="1436688" cy="323851"/>
            <a:chOff x="4316" y="2814"/>
            <a:chExt cx="905" cy="204"/>
          </a:xfrm>
        </p:grpSpPr>
        <p:sp>
          <p:nvSpPr>
            <p:cNvPr id="20" name="Oval 30"/>
            <p:cNvSpPr>
              <a:spLocks noChangeAspect="1" noChangeArrowheads="1"/>
            </p:cNvSpPr>
            <p:nvPr/>
          </p:nvSpPr>
          <p:spPr bwMode="auto">
            <a:xfrm>
              <a:off x="4316" y="2822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3" name="Line 31"/>
            <p:cNvSpPr>
              <a:spLocks noChangeAspect="1" noChangeShapeType="1"/>
            </p:cNvSpPr>
            <p:nvPr/>
          </p:nvSpPr>
          <p:spPr bwMode="auto">
            <a:xfrm flipV="1">
              <a:off x="4414" y="2852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6" name="Rectangle 41"/>
            <p:cNvSpPr>
              <a:spLocks noChangeArrowheads="1"/>
            </p:cNvSpPr>
            <p:nvPr/>
          </p:nvSpPr>
          <p:spPr bwMode="auto">
            <a:xfrm>
              <a:off x="4495" y="2814"/>
              <a:ext cx="72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Interior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7" name="Group 82"/>
          <p:cNvGrpSpPr/>
          <p:nvPr/>
        </p:nvGrpSpPr>
        <p:grpSpPr bwMode="auto">
          <a:xfrm>
            <a:off x="6746218" y="4219919"/>
            <a:ext cx="1498601" cy="323851"/>
            <a:chOff x="4543" y="2447"/>
            <a:chExt cx="944" cy="204"/>
          </a:xfrm>
        </p:grpSpPr>
        <p:sp>
          <p:nvSpPr>
            <p:cNvPr id="32" name="Oval 36"/>
            <p:cNvSpPr>
              <a:spLocks noChangeAspect="1" noChangeArrowheads="1"/>
            </p:cNvSpPr>
            <p:nvPr/>
          </p:nvSpPr>
          <p:spPr bwMode="auto">
            <a:xfrm>
              <a:off x="4543" y="2455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3" name="Line 37"/>
            <p:cNvSpPr>
              <a:spLocks noChangeAspect="1" noChangeShapeType="1"/>
            </p:cNvSpPr>
            <p:nvPr/>
          </p:nvSpPr>
          <p:spPr bwMode="auto">
            <a:xfrm flipV="1">
              <a:off x="4641" y="2485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4734" y="2447"/>
              <a:ext cx="75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Exterior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41" name="Group 83"/>
          <p:cNvGrpSpPr/>
          <p:nvPr/>
        </p:nvGrpSpPr>
        <p:grpSpPr bwMode="auto">
          <a:xfrm>
            <a:off x="6487455" y="5356556"/>
            <a:ext cx="1397001" cy="619125"/>
            <a:chOff x="4380" y="3163"/>
            <a:chExt cx="880" cy="390"/>
          </a:xfrm>
        </p:grpSpPr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4525" y="3163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 flipH="1">
              <a:off x="4578" y="3262"/>
              <a:ext cx="45" cy="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4380" y="3359"/>
              <a:ext cx="8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Boundary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279" y="1482997"/>
            <a:ext cx="151486" cy="157886"/>
          </a:xfrm>
          <a:prstGeom prst="rect">
            <a:avLst/>
          </a:prstGeom>
        </p:spPr>
      </p:pic>
      <p:pic>
        <p:nvPicPr>
          <p:cNvPr id="61" name="图片 60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89868"/>
            <a:ext cx="129845" cy="135331"/>
          </a:xfrm>
          <a:prstGeom prst="rect">
            <a:avLst/>
          </a:prstGeom>
        </p:spPr>
      </p:pic>
      <p:pic>
        <p:nvPicPr>
          <p:cNvPr id="59" name="图片 58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38629"/>
            <a:ext cx="179222" cy="217627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95" y="2708833"/>
            <a:ext cx="129845" cy="135331"/>
          </a:xfrm>
          <a:prstGeom prst="rect">
            <a:avLst/>
          </a:prstGeom>
        </p:spPr>
      </p:pic>
      <p:pic>
        <p:nvPicPr>
          <p:cNvPr id="63" name="图片 62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59" y="3068960"/>
            <a:ext cx="179222" cy="217627"/>
          </a:xfrm>
          <a:prstGeom prst="rect">
            <a:avLst/>
          </a:prstGeom>
        </p:spPr>
      </p:pic>
      <p:pic>
        <p:nvPicPr>
          <p:cNvPr id="64" name="图片 63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873" y="3490436"/>
            <a:ext cx="129845" cy="135331"/>
          </a:xfrm>
          <a:prstGeom prst="rect">
            <a:avLst/>
          </a:prstGeom>
        </p:spPr>
      </p:pic>
      <p:pic>
        <p:nvPicPr>
          <p:cNvPr id="65" name="图片 64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190" y="3789040"/>
            <a:ext cx="179222" cy="217627"/>
          </a:xfrm>
          <a:prstGeom prst="rect">
            <a:avLst/>
          </a:prstGeom>
        </p:spPr>
      </p:pic>
      <p:pic>
        <p:nvPicPr>
          <p:cNvPr id="66" name="图片 65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42" y="4171423"/>
            <a:ext cx="179222" cy="217627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Open and Closed Set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Open </a:t>
            </a:r>
            <a:r>
              <a:rPr lang="en-US" altLang="zh-CN" sz="2400" dirty="0">
                <a:cs typeface="Times New Roman" panose="02020503050405090304" pitchFamily="18" charset="0"/>
              </a:rPr>
              <a:t>if all its points are interior points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Closed </a:t>
            </a:r>
            <a:r>
              <a:rPr lang="en-US" altLang="zh-CN" sz="2400" dirty="0">
                <a:cs typeface="Times New Roman" panose="02020503050405090304" pitchFamily="18" charset="0"/>
              </a:rPr>
              <a:t>if its complement is open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Connected </a:t>
            </a:r>
            <a:r>
              <a:rPr lang="en-US" altLang="zh-CN" sz="2400" dirty="0">
                <a:cs typeface="Times New Roman" panose="02020503050405090304" pitchFamily="18" charset="0"/>
              </a:rPr>
              <a:t>if any two of its points can be joined by a chain of finitely many straight-line segments all of whose points belong to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707317"/>
            <a:ext cx="179222" cy="217627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3195" y="494882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1607" y="494724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823594" y="4968726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2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822006" y="496713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32"/>
          <p:cNvGrpSpPr/>
          <p:nvPr/>
        </p:nvGrpSpPr>
        <p:grpSpPr bwMode="auto">
          <a:xfrm>
            <a:off x="3525019" y="3952726"/>
            <a:ext cx="2233612" cy="1509713"/>
            <a:chOff x="3285" y="2482"/>
            <a:chExt cx="1407" cy="951"/>
          </a:xfrm>
        </p:grpSpPr>
        <p:sp>
          <p:nvSpPr>
            <p:cNvPr id="15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31"/>
          <p:cNvGrpSpPr/>
          <p:nvPr/>
        </p:nvGrpSpPr>
        <p:grpSpPr bwMode="auto">
          <a:xfrm>
            <a:off x="719995" y="3712166"/>
            <a:ext cx="2233612" cy="1739900"/>
            <a:chOff x="1257" y="2337"/>
            <a:chExt cx="1407" cy="1096"/>
          </a:xfrm>
        </p:grpSpPr>
        <p:sp>
          <p:nvSpPr>
            <p:cNvPr id="18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9" name="Freeform 23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Freeform 25"/>
          <p:cNvSpPr/>
          <p:nvPr/>
        </p:nvSpPr>
        <p:spPr bwMode="auto">
          <a:xfrm>
            <a:off x="4194944" y="4503589"/>
            <a:ext cx="1071562" cy="593725"/>
          </a:xfrm>
          <a:custGeom>
            <a:avLst/>
            <a:gdLst>
              <a:gd name="T0" fmla="*/ 1414 w 1467"/>
              <a:gd name="T1" fmla="*/ 1100 h 1100"/>
              <a:gd name="T2" fmla="*/ 1467 w 1467"/>
              <a:gd name="T3" fmla="*/ 537 h 1100"/>
              <a:gd name="T4" fmla="*/ 917 w 1467"/>
              <a:gd name="T5" fmla="*/ 66 h 1100"/>
              <a:gd name="T6" fmla="*/ 380 w 1467"/>
              <a:gd name="T7" fmla="*/ 0 h 1100"/>
              <a:gd name="T8" fmla="*/ 0 w 1467"/>
              <a:gd name="T9" fmla="*/ 223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7" h="1100">
                <a:moveTo>
                  <a:pt x="1414" y="1100"/>
                </a:moveTo>
                <a:lnTo>
                  <a:pt x="1467" y="537"/>
                </a:lnTo>
                <a:lnTo>
                  <a:pt x="917" y="66"/>
                </a:lnTo>
                <a:lnTo>
                  <a:pt x="380" y="0"/>
                </a:lnTo>
                <a:lnTo>
                  <a:pt x="0" y="223"/>
                </a:lnTo>
              </a:path>
            </a:pathLst>
          </a:custGeom>
          <a:noFill/>
          <a:ln w="12700" cap="flat" cmpd="sng">
            <a:solidFill>
              <a:srgbClr val="000099"/>
            </a:solidFill>
            <a:prstDash val="solid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2" name="Freeform 26"/>
          <p:cNvSpPr/>
          <p:nvPr/>
        </p:nvSpPr>
        <p:spPr bwMode="auto">
          <a:xfrm>
            <a:off x="1207357" y="3793128"/>
            <a:ext cx="688975" cy="809625"/>
          </a:xfrm>
          <a:custGeom>
            <a:avLst/>
            <a:gdLst>
              <a:gd name="T0" fmla="*/ 404 w 434"/>
              <a:gd name="T1" fmla="*/ 510 h 510"/>
              <a:gd name="T2" fmla="*/ 434 w 434"/>
              <a:gd name="T3" fmla="*/ 174 h 510"/>
              <a:gd name="T4" fmla="*/ 176 w 434"/>
              <a:gd name="T5" fmla="*/ 0 h 510"/>
              <a:gd name="T6" fmla="*/ 0 w 434"/>
              <a:gd name="T7" fmla="*/ 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4" h="510">
                <a:moveTo>
                  <a:pt x="404" y="510"/>
                </a:moveTo>
                <a:lnTo>
                  <a:pt x="434" y="174"/>
                </a:lnTo>
                <a:lnTo>
                  <a:pt x="176" y="0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0099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24358" y="5601293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Disconnnected</a:t>
            </a:r>
            <a:endParaRPr lang="zh-CN" alt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3908632" y="557268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Connected</a:t>
            </a:r>
            <a:endParaRPr lang="zh-CN" altLang="en-US" sz="1600" dirty="0"/>
          </a:p>
        </p:txBody>
      </p:sp>
      <p:grpSp>
        <p:nvGrpSpPr>
          <p:cNvPr id="37" name="Group 31"/>
          <p:cNvGrpSpPr/>
          <p:nvPr/>
        </p:nvGrpSpPr>
        <p:grpSpPr bwMode="auto">
          <a:xfrm>
            <a:off x="5758593" y="3461939"/>
            <a:ext cx="2665412" cy="2147888"/>
            <a:chOff x="985" y="2080"/>
            <a:chExt cx="1679" cy="1353"/>
          </a:xfrm>
        </p:grpSpPr>
        <p:sp>
          <p:nvSpPr>
            <p:cNvPr id="38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985" y="2080"/>
              <a:ext cx="547" cy="431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流程图: 接点 41"/>
          <p:cNvSpPr/>
          <p:nvPr/>
        </p:nvSpPr>
        <p:spPr>
          <a:xfrm>
            <a:off x="6581236" y="4123291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>
            <a:endCxn id="38" idx="2"/>
          </p:cNvCxnSpPr>
          <p:nvPr/>
        </p:nvCxnSpPr>
        <p:spPr>
          <a:xfrm flipH="1">
            <a:off x="6650917" y="3683500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399397" y="556913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Connected or not?</a:t>
            </a:r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6519799" y="3288899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42" grpId="0" animBg="1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called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 domain </a:t>
            </a:r>
            <a:r>
              <a:rPr lang="en-US" altLang="zh-CN" sz="2400" dirty="0">
                <a:cs typeface="Times New Roman" panose="02020503050405090304" pitchFamily="18" charset="0"/>
              </a:rPr>
              <a:t>if it is open and connected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 region </a:t>
            </a:r>
            <a:r>
              <a:rPr lang="en-US" altLang="zh-CN" sz="2400" dirty="0">
                <a:cs typeface="Times New Roman" panose="02020503050405090304" pitchFamily="18" charset="0"/>
              </a:rPr>
              <a:t>if it consists of a domain plus, perhaps, some or all of its boundary points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12788" y="3501008"/>
            <a:ext cx="76435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Warning: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cs typeface="Times New Roman" panose="02020503050405090304" pitchFamily="18" charset="0"/>
              </a:rPr>
              <a:t>“Domain” is the modern term for an open connected set. Nevertheless, some authors still call a domain a “region” and others make no distinction between the two terms.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Which of the following is a domain?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circle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annulus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following three sets: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|z-a|=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918981"/>
            <a:ext cx="1378915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43" y="2276718"/>
            <a:ext cx="2212848" cy="305410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71229" y="48989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69641" y="48973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1628" y="491880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2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0040" y="491721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32"/>
          <p:cNvGrpSpPr/>
          <p:nvPr/>
        </p:nvGrpSpPr>
        <p:grpSpPr bwMode="auto">
          <a:xfrm>
            <a:off x="3373053" y="3902805"/>
            <a:ext cx="2233612" cy="1509713"/>
            <a:chOff x="3285" y="2482"/>
            <a:chExt cx="1407" cy="951"/>
          </a:xfrm>
        </p:grpSpPr>
        <p:sp>
          <p:nvSpPr>
            <p:cNvPr id="17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31"/>
          <p:cNvGrpSpPr/>
          <p:nvPr/>
        </p:nvGrpSpPr>
        <p:grpSpPr bwMode="auto">
          <a:xfrm>
            <a:off x="568029" y="3662245"/>
            <a:ext cx="2233612" cy="1739900"/>
            <a:chOff x="1257" y="2337"/>
            <a:chExt cx="1407" cy="1096"/>
          </a:xfrm>
        </p:grpSpPr>
        <p:sp>
          <p:nvSpPr>
            <p:cNvPr id="20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80970" y="5637966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5606627" y="3461230"/>
            <a:ext cx="2665412" cy="2098675"/>
            <a:chOff x="985" y="2111"/>
            <a:chExt cx="1679" cy="1322"/>
          </a:xfrm>
        </p:grpSpPr>
        <p:sp>
          <p:nvSpPr>
            <p:cNvPr id="27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Freeform 23"/>
            <p:cNvSpPr/>
            <p:nvPr/>
          </p:nvSpPr>
          <p:spPr bwMode="auto">
            <a:xfrm>
              <a:off x="985" y="2111"/>
              <a:ext cx="547" cy="4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流程图: 接点 28"/>
          <p:cNvSpPr/>
          <p:nvPr/>
        </p:nvSpPr>
        <p:spPr>
          <a:xfrm>
            <a:off x="6429270" y="4073370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endCxn id="27" idx="2"/>
          </p:cNvCxnSpPr>
          <p:nvPr/>
        </p:nvCxnSpPr>
        <p:spPr>
          <a:xfrm flipH="1">
            <a:off x="6498951" y="3633579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367833" y="323897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183919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484040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domain    , then it is called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simply connected </a:t>
            </a:r>
            <a:r>
              <a:rPr lang="en-US" altLang="zh-CN" sz="2400" dirty="0">
                <a:cs typeface="Times New Roman" panose="02020503050405090304" pitchFamily="18" charset="0"/>
              </a:rPr>
              <a:t>if every simple closed curve (closed curve without self-intersections) encloses only points of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multi-connected</a:t>
            </a:r>
            <a:r>
              <a:rPr lang="en-US" altLang="zh-CN" sz="2400" dirty="0">
                <a:cs typeface="Times New Roman" panose="02020503050405090304" pitchFamily="18" charset="0"/>
              </a:rPr>
              <a:t> if it is not simply connected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&#10;$D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434921"/>
            <a:ext cx="273101" cy="24323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D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503" y="2708808"/>
            <a:ext cx="234086" cy="20848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82992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Which of the following is a simply connected domain?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disk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annulus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following three sets: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7" y="1906569"/>
            <a:ext cx="1378915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43" y="2276718"/>
            <a:ext cx="2212848" cy="305410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71229" y="48989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69641" y="48973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1628" y="491880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2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0040" y="491721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32"/>
          <p:cNvGrpSpPr/>
          <p:nvPr/>
        </p:nvGrpSpPr>
        <p:grpSpPr bwMode="auto">
          <a:xfrm>
            <a:off x="3373053" y="3902805"/>
            <a:ext cx="2233612" cy="1509713"/>
            <a:chOff x="3285" y="2482"/>
            <a:chExt cx="1407" cy="951"/>
          </a:xfrm>
        </p:grpSpPr>
        <p:sp>
          <p:nvSpPr>
            <p:cNvPr id="17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31"/>
          <p:cNvGrpSpPr/>
          <p:nvPr/>
        </p:nvGrpSpPr>
        <p:grpSpPr bwMode="auto">
          <a:xfrm>
            <a:off x="568029" y="3662245"/>
            <a:ext cx="2233612" cy="1739900"/>
            <a:chOff x="1257" y="2337"/>
            <a:chExt cx="1407" cy="1096"/>
          </a:xfrm>
        </p:grpSpPr>
        <p:sp>
          <p:nvSpPr>
            <p:cNvPr id="20" name="Freeform 17 1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Freeform 23 1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80970" y="5637966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5606627" y="3461230"/>
            <a:ext cx="2665412" cy="2098675"/>
            <a:chOff x="985" y="2111"/>
            <a:chExt cx="1679" cy="1322"/>
          </a:xfrm>
        </p:grpSpPr>
        <p:sp>
          <p:nvSpPr>
            <p:cNvPr id="27" name="Freeform 17 2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Freeform 23 2"/>
            <p:cNvSpPr/>
            <p:nvPr/>
          </p:nvSpPr>
          <p:spPr bwMode="auto">
            <a:xfrm>
              <a:off x="985" y="2111"/>
              <a:ext cx="547" cy="4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流程图: 接点 28"/>
          <p:cNvSpPr/>
          <p:nvPr/>
        </p:nvSpPr>
        <p:spPr>
          <a:xfrm>
            <a:off x="6429270" y="4073370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endCxn id="27" idx="2"/>
          </p:cNvCxnSpPr>
          <p:nvPr/>
        </p:nvCxnSpPr>
        <p:spPr>
          <a:xfrm flipH="1">
            <a:off x="6498951" y="3633579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367833" y="323897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183919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484040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6324622" y="2205282"/>
            <a:ext cx="2305049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000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Multi-connected domain)</a:t>
            </a:r>
            <a:endParaRPr lang="en-US" altLang="zh-CN" sz="2000" dirty="0">
              <a:solidFill>
                <a:srgbClr val="0066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" name="Picture 5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3592534" y="282917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0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3590947" y="282758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428772" y="461828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70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427184" y="461669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7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5743597" y="46278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74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5742009" y="46262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6556400" y="1795706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i="1" dirty="0">
                <a:solidFill>
                  <a:schemeClr val="tx1"/>
                </a:solidFill>
              </a:rPr>
              <a:t>A</a:t>
            </a:r>
            <a:r>
              <a:rPr kumimoji="1" lang="en-US" altLang="zh-CN" i="1" baseline="-25000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省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0" name="Group 20"/>
          <p:cNvGrpSpPr/>
          <p:nvPr/>
        </p:nvGrpSpPr>
        <p:grpSpPr bwMode="auto">
          <a:xfrm>
            <a:off x="442934" y="1513132"/>
            <a:ext cx="3690938" cy="4530725"/>
            <a:chOff x="561" y="1029"/>
            <a:chExt cx="2325" cy="2854"/>
          </a:xfrm>
        </p:grpSpPr>
        <p:sp>
          <p:nvSpPr>
            <p:cNvPr id="51" name="Freeform 21"/>
            <p:cNvSpPr/>
            <p:nvPr/>
          </p:nvSpPr>
          <p:spPr bwMode="auto">
            <a:xfrm>
              <a:off x="561" y="1029"/>
              <a:ext cx="1149" cy="2079"/>
            </a:xfrm>
            <a:custGeom>
              <a:avLst/>
              <a:gdLst>
                <a:gd name="T0" fmla="*/ 1032 w 1149"/>
                <a:gd name="T1" fmla="*/ 186 h 2079"/>
                <a:gd name="T2" fmla="*/ 1020 w 1149"/>
                <a:gd name="T3" fmla="*/ 333 h 2079"/>
                <a:gd name="T4" fmla="*/ 1005 w 1149"/>
                <a:gd name="T5" fmla="*/ 465 h 2079"/>
                <a:gd name="T6" fmla="*/ 1031 w 1149"/>
                <a:gd name="T7" fmla="*/ 551 h 2079"/>
                <a:gd name="T8" fmla="*/ 1014 w 1149"/>
                <a:gd name="T9" fmla="*/ 675 h 2079"/>
                <a:gd name="T10" fmla="*/ 1011 w 1149"/>
                <a:gd name="T11" fmla="*/ 756 h 2079"/>
                <a:gd name="T12" fmla="*/ 1026 w 1149"/>
                <a:gd name="T13" fmla="*/ 858 h 2079"/>
                <a:gd name="T14" fmla="*/ 1050 w 1149"/>
                <a:gd name="T15" fmla="*/ 1059 h 2079"/>
                <a:gd name="T16" fmla="*/ 1011 w 1149"/>
                <a:gd name="T17" fmla="*/ 1185 h 2079"/>
                <a:gd name="T18" fmla="*/ 999 w 1149"/>
                <a:gd name="T19" fmla="*/ 1266 h 2079"/>
                <a:gd name="T20" fmla="*/ 1008 w 1149"/>
                <a:gd name="T21" fmla="*/ 1386 h 2079"/>
                <a:gd name="T22" fmla="*/ 1047 w 1149"/>
                <a:gd name="T23" fmla="*/ 1488 h 2079"/>
                <a:gd name="T24" fmla="*/ 1125 w 1149"/>
                <a:gd name="T25" fmla="*/ 1563 h 2079"/>
                <a:gd name="T26" fmla="*/ 1149 w 1149"/>
                <a:gd name="T27" fmla="*/ 1632 h 2079"/>
                <a:gd name="T28" fmla="*/ 1137 w 1149"/>
                <a:gd name="T29" fmla="*/ 1671 h 2079"/>
                <a:gd name="T30" fmla="*/ 1026 w 1149"/>
                <a:gd name="T31" fmla="*/ 1692 h 2079"/>
                <a:gd name="T32" fmla="*/ 960 w 1149"/>
                <a:gd name="T33" fmla="*/ 1683 h 2079"/>
                <a:gd name="T34" fmla="*/ 882 w 1149"/>
                <a:gd name="T35" fmla="*/ 1734 h 2079"/>
                <a:gd name="T36" fmla="*/ 897 w 1149"/>
                <a:gd name="T37" fmla="*/ 1797 h 2079"/>
                <a:gd name="T38" fmla="*/ 873 w 1149"/>
                <a:gd name="T39" fmla="*/ 1896 h 2079"/>
                <a:gd name="T40" fmla="*/ 831 w 1149"/>
                <a:gd name="T41" fmla="*/ 1974 h 2079"/>
                <a:gd name="T42" fmla="*/ 783 w 1149"/>
                <a:gd name="T43" fmla="*/ 2064 h 2079"/>
                <a:gd name="T44" fmla="*/ 654 w 1149"/>
                <a:gd name="T45" fmla="*/ 1950 h 2079"/>
                <a:gd name="T46" fmla="*/ 501 w 1149"/>
                <a:gd name="T47" fmla="*/ 1932 h 2079"/>
                <a:gd name="T48" fmla="*/ 447 w 1149"/>
                <a:gd name="T49" fmla="*/ 1935 h 2079"/>
                <a:gd name="T50" fmla="*/ 372 w 1149"/>
                <a:gd name="T51" fmla="*/ 1881 h 2079"/>
                <a:gd name="T52" fmla="*/ 255 w 1149"/>
                <a:gd name="T53" fmla="*/ 1836 h 2079"/>
                <a:gd name="T54" fmla="*/ 99 w 1149"/>
                <a:gd name="T55" fmla="*/ 1797 h 2079"/>
                <a:gd name="T56" fmla="*/ 24 w 1149"/>
                <a:gd name="T57" fmla="*/ 1683 h 2079"/>
                <a:gd name="T58" fmla="*/ 69 w 1149"/>
                <a:gd name="T59" fmla="*/ 1596 h 2079"/>
                <a:gd name="T60" fmla="*/ 144 w 1149"/>
                <a:gd name="T61" fmla="*/ 1545 h 2079"/>
                <a:gd name="T62" fmla="*/ 171 w 1149"/>
                <a:gd name="T63" fmla="*/ 1434 h 2079"/>
                <a:gd name="T64" fmla="*/ 168 w 1149"/>
                <a:gd name="T65" fmla="*/ 1323 h 2079"/>
                <a:gd name="T66" fmla="*/ 222 w 1149"/>
                <a:gd name="T67" fmla="*/ 1218 h 2079"/>
                <a:gd name="T68" fmla="*/ 276 w 1149"/>
                <a:gd name="T69" fmla="*/ 1236 h 2079"/>
                <a:gd name="T70" fmla="*/ 432 w 1149"/>
                <a:gd name="T71" fmla="*/ 1209 h 2079"/>
                <a:gd name="T72" fmla="*/ 531 w 1149"/>
                <a:gd name="T73" fmla="*/ 1134 h 2079"/>
                <a:gd name="T74" fmla="*/ 624 w 1149"/>
                <a:gd name="T75" fmla="*/ 1119 h 2079"/>
                <a:gd name="T76" fmla="*/ 630 w 1149"/>
                <a:gd name="T77" fmla="*/ 1017 h 2079"/>
                <a:gd name="T78" fmla="*/ 651 w 1149"/>
                <a:gd name="T79" fmla="*/ 924 h 2079"/>
                <a:gd name="T80" fmla="*/ 624 w 1149"/>
                <a:gd name="T81" fmla="*/ 834 h 2079"/>
                <a:gd name="T82" fmla="*/ 540 w 1149"/>
                <a:gd name="T83" fmla="*/ 765 h 2079"/>
                <a:gd name="T84" fmla="*/ 426 w 1149"/>
                <a:gd name="T85" fmla="*/ 705 h 2079"/>
                <a:gd name="T86" fmla="*/ 351 w 1149"/>
                <a:gd name="T87" fmla="*/ 651 h 2079"/>
                <a:gd name="T88" fmla="*/ 342 w 1149"/>
                <a:gd name="T89" fmla="*/ 594 h 2079"/>
                <a:gd name="T90" fmla="*/ 363 w 1149"/>
                <a:gd name="T91" fmla="*/ 498 h 2079"/>
                <a:gd name="T92" fmla="*/ 435 w 1149"/>
                <a:gd name="T93" fmla="*/ 444 h 2079"/>
                <a:gd name="T94" fmla="*/ 480 w 1149"/>
                <a:gd name="T95" fmla="*/ 474 h 2079"/>
                <a:gd name="T96" fmla="*/ 600 w 1149"/>
                <a:gd name="T97" fmla="*/ 525 h 2079"/>
                <a:gd name="T98" fmla="*/ 657 w 1149"/>
                <a:gd name="T99" fmla="*/ 459 h 2079"/>
                <a:gd name="T100" fmla="*/ 696 w 1149"/>
                <a:gd name="T101" fmla="*/ 351 h 2079"/>
                <a:gd name="T102" fmla="*/ 741 w 1149"/>
                <a:gd name="T103" fmla="*/ 267 h 2079"/>
                <a:gd name="T104" fmla="*/ 816 w 1149"/>
                <a:gd name="T105" fmla="*/ 147 h 2079"/>
                <a:gd name="T106" fmla="*/ 837 w 1149"/>
                <a:gd name="T107" fmla="*/ 108 h 2079"/>
                <a:gd name="T108" fmla="*/ 912 w 1149"/>
                <a:gd name="T109" fmla="*/ 57 h 2079"/>
                <a:gd name="T110" fmla="*/ 972 w 1149"/>
                <a:gd name="T111" fmla="*/ 0 h 2079"/>
                <a:gd name="T112" fmla="*/ 1026 w 1149"/>
                <a:gd name="T113" fmla="*/ 36 h 2079"/>
                <a:gd name="T114" fmla="*/ 1056 w 1149"/>
                <a:gd name="T115" fmla="*/ 66 h 2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49" h="2079">
                  <a:moveTo>
                    <a:pt x="1053" y="66"/>
                  </a:moveTo>
                  <a:cubicBezTo>
                    <a:pt x="1049" y="121"/>
                    <a:pt x="1056" y="102"/>
                    <a:pt x="1029" y="120"/>
                  </a:cubicBezTo>
                  <a:cubicBezTo>
                    <a:pt x="1024" y="140"/>
                    <a:pt x="1031" y="166"/>
                    <a:pt x="1032" y="186"/>
                  </a:cubicBezTo>
                  <a:cubicBezTo>
                    <a:pt x="1033" y="206"/>
                    <a:pt x="1037" y="224"/>
                    <a:pt x="1035" y="243"/>
                  </a:cubicBezTo>
                  <a:cubicBezTo>
                    <a:pt x="1032" y="282"/>
                    <a:pt x="1032" y="274"/>
                    <a:pt x="1023" y="300"/>
                  </a:cubicBezTo>
                  <a:cubicBezTo>
                    <a:pt x="1021" y="314"/>
                    <a:pt x="1019" y="320"/>
                    <a:pt x="1020" y="333"/>
                  </a:cubicBezTo>
                  <a:cubicBezTo>
                    <a:pt x="1021" y="346"/>
                    <a:pt x="1033" y="367"/>
                    <a:pt x="1032" y="381"/>
                  </a:cubicBezTo>
                  <a:cubicBezTo>
                    <a:pt x="1028" y="399"/>
                    <a:pt x="1017" y="403"/>
                    <a:pt x="1011" y="420"/>
                  </a:cubicBezTo>
                  <a:cubicBezTo>
                    <a:pt x="1010" y="435"/>
                    <a:pt x="1003" y="450"/>
                    <a:pt x="1005" y="465"/>
                  </a:cubicBezTo>
                  <a:cubicBezTo>
                    <a:pt x="1006" y="471"/>
                    <a:pt x="1011" y="483"/>
                    <a:pt x="1011" y="483"/>
                  </a:cubicBezTo>
                  <a:cubicBezTo>
                    <a:pt x="1011" y="486"/>
                    <a:pt x="1005" y="542"/>
                    <a:pt x="1017" y="546"/>
                  </a:cubicBezTo>
                  <a:cubicBezTo>
                    <a:pt x="1023" y="548"/>
                    <a:pt x="1031" y="551"/>
                    <a:pt x="1031" y="551"/>
                  </a:cubicBezTo>
                  <a:cubicBezTo>
                    <a:pt x="1030" y="554"/>
                    <a:pt x="1030" y="561"/>
                    <a:pt x="1027" y="563"/>
                  </a:cubicBezTo>
                  <a:cubicBezTo>
                    <a:pt x="1022" y="567"/>
                    <a:pt x="1014" y="567"/>
                    <a:pt x="1014" y="567"/>
                  </a:cubicBezTo>
                  <a:cubicBezTo>
                    <a:pt x="1012" y="602"/>
                    <a:pt x="1003" y="641"/>
                    <a:pt x="1014" y="675"/>
                  </a:cubicBezTo>
                  <a:cubicBezTo>
                    <a:pt x="1011" y="710"/>
                    <a:pt x="1010" y="705"/>
                    <a:pt x="1002" y="729"/>
                  </a:cubicBezTo>
                  <a:cubicBezTo>
                    <a:pt x="1004" y="735"/>
                    <a:pt x="1006" y="741"/>
                    <a:pt x="1008" y="747"/>
                  </a:cubicBezTo>
                  <a:cubicBezTo>
                    <a:pt x="1009" y="750"/>
                    <a:pt x="1011" y="756"/>
                    <a:pt x="1011" y="756"/>
                  </a:cubicBezTo>
                  <a:cubicBezTo>
                    <a:pt x="1007" y="778"/>
                    <a:pt x="1004" y="780"/>
                    <a:pt x="1011" y="801"/>
                  </a:cubicBezTo>
                  <a:cubicBezTo>
                    <a:pt x="1013" y="807"/>
                    <a:pt x="1017" y="819"/>
                    <a:pt x="1017" y="819"/>
                  </a:cubicBezTo>
                  <a:cubicBezTo>
                    <a:pt x="1013" y="839"/>
                    <a:pt x="1007" y="845"/>
                    <a:pt x="1026" y="858"/>
                  </a:cubicBezTo>
                  <a:cubicBezTo>
                    <a:pt x="1034" y="881"/>
                    <a:pt x="1024" y="906"/>
                    <a:pt x="1029" y="930"/>
                  </a:cubicBezTo>
                  <a:cubicBezTo>
                    <a:pt x="1026" y="953"/>
                    <a:pt x="1019" y="959"/>
                    <a:pt x="1026" y="981"/>
                  </a:cubicBezTo>
                  <a:cubicBezTo>
                    <a:pt x="1028" y="1014"/>
                    <a:pt x="1016" y="1048"/>
                    <a:pt x="1050" y="1059"/>
                  </a:cubicBezTo>
                  <a:cubicBezTo>
                    <a:pt x="1057" y="1079"/>
                    <a:pt x="1052" y="1096"/>
                    <a:pt x="1035" y="1107"/>
                  </a:cubicBezTo>
                  <a:cubicBezTo>
                    <a:pt x="1029" y="1130"/>
                    <a:pt x="1036" y="1156"/>
                    <a:pt x="1029" y="1179"/>
                  </a:cubicBezTo>
                  <a:cubicBezTo>
                    <a:pt x="1027" y="1185"/>
                    <a:pt x="1011" y="1185"/>
                    <a:pt x="1011" y="1185"/>
                  </a:cubicBezTo>
                  <a:cubicBezTo>
                    <a:pt x="1001" y="1200"/>
                    <a:pt x="1006" y="1214"/>
                    <a:pt x="1011" y="1230"/>
                  </a:cubicBezTo>
                  <a:cubicBezTo>
                    <a:pt x="1008" y="1239"/>
                    <a:pt x="1005" y="1248"/>
                    <a:pt x="1002" y="1257"/>
                  </a:cubicBezTo>
                  <a:cubicBezTo>
                    <a:pt x="1001" y="1260"/>
                    <a:pt x="999" y="1266"/>
                    <a:pt x="999" y="1266"/>
                  </a:cubicBezTo>
                  <a:cubicBezTo>
                    <a:pt x="1002" y="1304"/>
                    <a:pt x="999" y="1301"/>
                    <a:pt x="1005" y="1326"/>
                  </a:cubicBezTo>
                  <a:cubicBezTo>
                    <a:pt x="1007" y="1336"/>
                    <a:pt x="1014" y="1356"/>
                    <a:pt x="1014" y="1356"/>
                  </a:cubicBezTo>
                  <a:cubicBezTo>
                    <a:pt x="1015" y="1366"/>
                    <a:pt x="1008" y="1375"/>
                    <a:pt x="1008" y="1386"/>
                  </a:cubicBezTo>
                  <a:cubicBezTo>
                    <a:pt x="1008" y="1397"/>
                    <a:pt x="1013" y="1408"/>
                    <a:pt x="1014" y="1422"/>
                  </a:cubicBezTo>
                  <a:cubicBezTo>
                    <a:pt x="1015" y="1436"/>
                    <a:pt x="1006" y="1459"/>
                    <a:pt x="1011" y="1470"/>
                  </a:cubicBezTo>
                  <a:cubicBezTo>
                    <a:pt x="1015" y="1483"/>
                    <a:pt x="1047" y="1488"/>
                    <a:pt x="1047" y="1488"/>
                  </a:cubicBezTo>
                  <a:cubicBezTo>
                    <a:pt x="1051" y="1505"/>
                    <a:pt x="1064" y="1503"/>
                    <a:pt x="1077" y="1512"/>
                  </a:cubicBezTo>
                  <a:cubicBezTo>
                    <a:pt x="1081" y="1532"/>
                    <a:pt x="1083" y="1526"/>
                    <a:pt x="1098" y="1536"/>
                  </a:cubicBezTo>
                  <a:cubicBezTo>
                    <a:pt x="1107" y="1550"/>
                    <a:pt x="1108" y="1557"/>
                    <a:pt x="1125" y="1563"/>
                  </a:cubicBezTo>
                  <a:cubicBezTo>
                    <a:pt x="1131" y="1572"/>
                    <a:pt x="1137" y="1575"/>
                    <a:pt x="1143" y="1587"/>
                  </a:cubicBezTo>
                  <a:cubicBezTo>
                    <a:pt x="1145" y="1596"/>
                    <a:pt x="1139" y="1613"/>
                    <a:pt x="1140" y="1620"/>
                  </a:cubicBezTo>
                  <a:cubicBezTo>
                    <a:pt x="1141" y="1627"/>
                    <a:pt x="1148" y="1628"/>
                    <a:pt x="1149" y="1632"/>
                  </a:cubicBezTo>
                  <a:cubicBezTo>
                    <a:pt x="1148" y="1637"/>
                    <a:pt x="1149" y="1643"/>
                    <a:pt x="1146" y="1647"/>
                  </a:cubicBezTo>
                  <a:cubicBezTo>
                    <a:pt x="1143" y="1650"/>
                    <a:pt x="1146" y="1650"/>
                    <a:pt x="1143" y="1653"/>
                  </a:cubicBezTo>
                  <a:cubicBezTo>
                    <a:pt x="1139" y="1658"/>
                    <a:pt x="1143" y="1669"/>
                    <a:pt x="1137" y="1671"/>
                  </a:cubicBezTo>
                  <a:cubicBezTo>
                    <a:pt x="1109" y="1680"/>
                    <a:pt x="1107" y="1683"/>
                    <a:pt x="1071" y="1686"/>
                  </a:cubicBezTo>
                  <a:cubicBezTo>
                    <a:pt x="1050" y="1693"/>
                    <a:pt x="1058" y="1688"/>
                    <a:pt x="1044" y="1698"/>
                  </a:cubicBezTo>
                  <a:cubicBezTo>
                    <a:pt x="1038" y="1696"/>
                    <a:pt x="1032" y="1694"/>
                    <a:pt x="1026" y="1692"/>
                  </a:cubicBezTo>
                  <a:cubicBezTo>
                    <a:pt x="1020" y="1690"/>
                    <a:pt x="1008" y="1698"/>
                    <a:pt x="1008" y="1698"/>
                  </a:cubicBezTo>
                  <a:cubicBezTo>
                    <a:pt x="962" y="1691"/>
                    <a:pt x="1004" y="1700"/>
                    <a:pt x="978" y="1689"/>
                  </a:cubicBezTo>
                  <a:cubicBezTo>
                    <a:pt x="972" y="1686"/>
                    <a:pt x="960" y="1683"/>
                    <a:pt x="960" y="1683"/>
                  </a:cubicBezTo>
                  <a:cubicBezTo>
                    <a:pt x="953" y="1683"/>
                    <a:pt x="947" y="1696"/>
                    <a:pt x="936" y="1698"/>
                  </a:cubicBezTo>
                  <a:cubicBezTo>
                    <a:pt x="925" y="1700"/>
                    <a:pt x="903" y="1689"/>
                    <a:pt x="894" y="1695"/>
                  </a:cubicBezTo>
                  <a:cubicBezTo>
                    <a:pt x="889" y="1711"/>
                    <a:pt x="885" y="1716"/>
                    <a:pt x="882" y="1734"/>
                  </a:cubicBezTo>
                  <a:cubicBezTo>
                    <a:pt x="883" y="1749"/>
                    <a:pt x="880" y="1765"/>
                    <a:pt x="885" y="1779"/>
                  </a:cubicBezTo>
                  <a:cubicBezTo>
                    <a:pt x="888" y="1786"/>
                    <a:pt x="898" y="1809"/>
                    <a:pt x="900" y="1812"/>
                  </a:cubicBezTo>
                  <a:cubicBezTo>
                    <a:pt x="902" y="1815"/>
                    <a:pt x="896" y="1791"/>
                    <a:pt x="897" y="1797"/>
                  </a:cubicBezTo>
                  <a:cubicBezTo>
                    <a:pt x="904" y="1817"/>
                    <a:pt x="913" y="1829"/>
                    <a:pt x="906" y="1851"/>
                  </a:cubicBezTo>
                  <a:cubicBezTo>
                    <a:pt x="905" y="1865"/>
                    <a:pt x="901" y="1881"/>
                    <a:pt x="894" y="1893"/>
                  </a:cubicBezTo>
                  <a:cubicBezTo>
                    <a:pt x="891" y="1899"/>
                    <a:pt x="879" y="1893"/>
                    <a:pt x="873" y="1896"/>
                  </a:cubicBezTo>
                  <a:cubicBezTo>
                    <a:pt x="867" y="1899"/>
                    <a:pt x="870" y="1912"/>
                    <a:pt x="864" y="1914"/>
                  </a:cubicBezTo>
                  <a:cubicBezTo>
                    <a:pt x="852" y="1918"/>
                    <a:pt x="837" y="1907"/>
                    <a:pt x="825" y="1908"/>
                  </a:cubicBezTo>
                  <a:cubicBezTo>
                    <a:pt x="812" y="1927"/>
                    <a:pt x="819" y="1955"/>
                    <a:pt x="831" y="1974"/>
                  </a:cubicBezTo>
                  <a:cubicBezTo>
                    <a:pt x="828" y="1991"/>
                    <a:pt x="821" y="1989"/>
                    <a:pt x="816" y="2004"/>
                  </a:cubicBezTo>
                  <a:cubicBezTo>
                    <a:pt x="814" y="2032"/>
                    <a:pt x="817" y="2041"/>
                    <a:pt x="804" y="2061"/>
                  </a:cubicBezTo>
                  <a:cubicBezTo>
                    <a:pt x="800" y="2079"/>
                    <a:pt x="796" y="2073"/>
                    <a:pt x="783" y="2064"/>
                  </a:cubicBezTo>
                  <a:cubicBezTo>
                    <a:pt x="774" y="2051"/>
                    <a:pt x="746" y="2035"/>
                    <a:pt x="732" y="2025"/>
                  </a:cubicBezTo>
                  <a:cubicBezTo>
                    <a:pt x="723" y="2012"/>
                    <a:pt x="717" y="2013"/>
                    <a:pt x="702" y="2010"/>
                  </a:cubicBezTo>
                  <a:cubicBezTo>
                    <a:pt x="689" y="2000"/>
                    <a:pt x="668" y="1960"/>
                    <a:pt x="654" y="1950"/>
                  </a:cubicBezTo>
                  <a:cubicBezTo>
                    <a:pt x="640" y="1940"/>
                    <a:pt x="634" y="1951"/>
                    <a:pt x="618" y="1950"/>
                  </a:cubicBezTo>
                  <a:cubicBezTo>
                    <a:pt x="591" y="1932"/>
                    <a:pt x="594" y="1941"/>
                    <a:pt x="555" y="1944"/>
                  </a:cubicBezTo>
                  <a:cubicBezTo>
                    <a:pt x="524" y="1954"/>
                    <a:pt x="530" y="1942"/>
                    <a:pt x="501" y="1932"/>
                  </a:cubicBezTo>
                  <a:cubicBezTo>
                    <a:pt x="494" y="1933"/>
                    <a:pt x="487" y="1932"/>
                    <a:pt x="480" y="1935"/>
                  </a:cubicBezTo>
                  <a:cubicBezTo>
                    <a:pt x="473" y="1938"/>
                    <a:pt x="462" y="1947"/>
                    <a:pt x="462" y="1947"/>
                  </a:cubicBezTo>
                  <a:cubicBezTo>
                    <a:pt x="439" y="1939"/>
                    <a:pt x="466" y="1951"/>
                    <a:pt x="447" y="1935"/>
                  </a:cubicBezTo>
                  <a:cubicBezTo>
                    <a:pt x="434" y="1924"/>
                    <a:pt x="409" y="1914"/>
                    <a:pt x="393" y="1911"/>
                  </a:cubicBezTo>
                  <a:cubicBezTo>
                    <a:pt x="392" y="1905"/>
                    <a:pt x="393" y="1898"/>
                    <a:pt x="390" y="1893"/>
                  </a:cubicBezTo>
                  <a:cubicBezTo>
                    <a:pt x="386" y="1887"/>
                    <a:pt x="372" y="1881"/>
                    <a:pt x="372" y="1881"/>
                  </a:cubicBezTo>
                  <a:cubicBezTo>
                    <a:pt x="361" y="1865"/>
                    <a:pt x="350" y="1860"/>
                    <a:pt x="333" y="1857"/>
                  </a:cubicBezTo>
                  <a:cubicBezTo>
                    <a:pt x="313" y="1844"/>
                    <a:pt x="324" y="1843"/>
                    <a:pt x="294" y="1839"/>
                  </a:cubicBezTo>
                  <a:cubicBezTo>
                    <a:pt x="281" y="1826"/>
                    <a:pt x="272" y="1830"/>
                    <a:pt x="255" y="1836"/>
                  </a:cubicBezTo>
                  <a:cubicBezTo>
                    <a:pt x="203" y="1833"/>
                    <a:pt x="220" y="1834"/>
                    <a:pt x="189" y="1824"/>
                  </a:cubicBezTo>
                  <a:cubicBezTo>
                    <a:pt x="169" y="1827"/>
                    <a:pt x="155" y="1830"/>
                    <a:pt x="138" y="1818"/>
                  </a:cubicBezTo>
                  <a:cubicBezTo>
                    <a:pt x="126" y="1799"/>
                    <a:pt x="123" y="1800"/>
                    <a:pt x="99" y="1797"/>
                  </a:cubicBezTo>
                  <a:cubicBezTo>
                    <a:pt x="80" y="1784"/>
                    <a:pt x="71" y="1763"/>
                    <a:pt x="48" y="1755"/>
                  </a:cubicBezTo>
                  <a:cubicBezTo>
                    <a:pt x="45" y="1728"/>
                    <a:pt x="47" y="1726"/>
                    <a:pt x="27" y="1713"/>
                  </a:cubicBezTo>
                  <a:cubicBezTo>
                    <a:pt x="23" y="1702"/>
                    <a:pt x="31" y="1693"/>
                    <a:pt x="24" y="1683"/>
                  </a:cubicBezTo>
                  <a:cubicBezTo>
                    <a:pt x="18" y="1675"/>
                    <a:pt x="6" y="1669"/>
                    <a:pt x="0" y="1659"/>
                  </a:cubicBezTo>
                  <a:cubicBezTo>
                    <a:pt x="15" y="1649"/>
                    <a:pt x="7" y="1656"/>
                    <a:pt x="21" y="1635"/>
                  </a:cubicBezTo>
                  <a:cubicBezTo>
                    <a:pt x="32" y="1618"/>
                    <a:pt x="51" y="1599"/>
                    <a:pt x="69" y="1596"/>
                  </a:cubicBezTo>
                  <a:cubicBezTo>
                    <a:pt x="82" y="1588"/>
                    <a:pt x="87" y="1594"/>
                    <a:pt x="99" y="1593"/>
                  </a:cubicBezTo>
                  <a:cubicBezTo>
                    <a:pt x="111" y="1592"/>
                    <a:pt x="134" y="1598"/>
                    <a:pt x="141" y="1590"/>
                  </a:cubicBezTo>
                  <a:cubicBezTo>
                    <a:pt x="150" y="1583"/>
                    <a:pt x="139" y="1556"/>
                    <a:pt x="144" y="1545"/>
                  </a:cubicBezTo>
                  <a:cubicBezTo>
                    <a:pt x="149" y="1534"/>
                    <a:pt x="171" y="1530"/>
                    <a:pt x="174" y="1521"/>
                  </a:cubicBezTo>
                  <a:cubicBezTo>
                    <a:pt x="171" y="1510"/>
                    <a:pt x="166" y="1502"/>
                    <a:pt x="162" y="1491"/>
                  </a:cubicBezTo>
                  <a:cubicBezTo>
                    <a:pt x="160" y="1476"/>
                    <a:pt x="171" y="1450"/>
                    <a:pt x="171" y="1434"/>
                  </a:cubicBezTo>
                  <a:cubicBezTo>
                    <a:pt x="171" y="1418"/>
                    <a:pt x="160" y="1405"/>
                    <a:pt x="159" y="1395"/>
                  </a:cubicBezTo>
                  <a:cubicBezTo>
                    <a:pt x="159" y="1389"/>
                    <a:pt x="165" y="1371"/>
                    <a:pt x="165" y="1371"/>
                  </a:cubicBezTo>
                  <a:cubicBezTo>
                    <a:pt x="164" y="1359"/>
                    <a:pt x="167" y="1341"/>
                    <a:pt x="168" y="1323"/>
                  </a:cubicBezTo>
                  <a:cubicBezTo>
                    <a:pt x="169" y="1305"/>
                    <a:pt x="169" y="1280"/>
                    <a:pt x="171" y="1263"/>
                  </a:cubicBezTo>
                  <a:cubicBezTo>
                    <a:pt x="174" y="1247"/>
                    <a:pt x="175" y="1228"/>
                    <a:pt x="183" y="1221"/>
                  </a:cubicBezTo>
                  <a:cubicBezTo>
                    <a:pt x="191" y="1214"/>
                    <a:pt x="212" y="1218"/>
                    <a:pt x="222" y="1218"/>
                  </a:cubicBezTo>
                  <a:cubicBezTo>
                    <a:pt x="233" y="1201"/>
                    <a:pt x="232" y="1214"/>
                    <a:pt x="246" y="1218"/>
                  </a:cubicBezTo>
                  <a:cubicBezTo>
                    <a:pt x="255" y="1220"/>
                    <a:pt x="264" y="1220"/>
                    <a:pt x="273" y="1221"/>
                  </a:cubicBezTo>
                  <a:cubicBezTo>
                    <a:pt x="274" y="1226"/>
                    <a:pt x="272" y="1233"/>
                    <a:pt x="276" y="1236"/>
                  </a:cubicBezTo>
                  <a:cubicBezTo>
                    <a:pt x="283" y="1241"/>
                    <a:pt x="336" y="1245"/>
                    <a:pt x="339" y="1245"/>
                  </a:cubicBezTo>
                  <a:cubicBezTo>
                    <a:pt x="366" y="1243"/>
                    <a:pt x="378" y="1236"/>
                    <a:pt x="402" y="1230"/>
                  </a:cubicBezTo>
                  <a:cubicBezTo>
                    <a:pt x="407" y="1211"/>
                    <a:pt x="413" y="1212"/>
                    <a:pt x="432" y="1209"/>
                  </a:cubicBezTo>
                  <a:cubicBezTo>
                    <a:pt x="436" y="1192"/>
                    <a:pt x="440" y="1186"/>
                    <a:pt x="450" y="1170"/>
                  </a:cubicBezTo>
                  <a:cubicBezTo>
                    <a:pt x="452" y="1167"/>
                    <a:pt x="456" y="1161"/>
                    <a:pt x="456" y="1161"/>
                  </a:cubicBezTo>
                  <a:cubicBezTo>
                    <a:pt x="463" y="1121"/>
                    <a:pt x="483" y="1136"/>
                    <a:pt x="531" y="1134"/>
                  </a:cubicBezTo>
                  <a:cubicBezTo>
                    <a:pt x="540" y="1132"/>
                    <a:pt x="549" y="1125"/>
                    <a:pt x="558" y="1128"/>
                  </a:cubicBezTo>
                  <a:cubicBezTo>
                    <a:pt x="565" y="1130"/>
                    <a:pt x="576" y="1140"/>
                    <a:pt x="576" y="1140"/>
                  </a:cubicBezTo>
                  <a:cubicBezTo>
                    <a:pt x="611" y="1137"/>
                    <a:pt x="615" y="1146"/>
                    <a:pt x="624" y="1119"/>
                  </a:cubicBezTo>
                  <a:cubicBezTo>
                    <a:pt x="631" y="1107"/>
                    <a:pt x="627" y="1084"/>
                    <a:pt x="627" y="1071"/>
                  </a:cubicBezTo>
                  <a:cubicBezTo>
                    <a:pt x="627" y="1058"/>
                    <a:pt x="623" y="1047"/>
                    <a:pt x="624" y="1038"/>
                  </a:cubicBezTo>
                  <a:cubicBezTo>
                    <a:pt x="622" y="1032"/>
                    <a:pt x="632" y="1023"/>
                    <a:pt x="630" y="1017"/>
                  </a:cubicBezTo>
                  <a:cubicBezTo>
                    <a:pt x="629" y="1014"/>
                    <a:pt x="639" y="1002"/>
                    <a:pt x="639" y="1002"/>
                  </a:cubicBezTo>
                  <a:cubicBezTo>
                    <a:pt x="642" y="985"/>
                    <a:pt x="636" y="980"/>
                    <a:pt x="645" y="966"/>
                  </a:cubicBezTo>
                  <a:cubicBezTo>
                    <a:pt x="647" y="951"/>
                    <a:pt x="651" y="939"/>
                    <a:pt x="651" y="924"/>
                  </a:cubicBezTo>
                  <a:cubicBezTo>
                    <a:pt x="651" y="909"/>
                    <a:pt x="646" y="886"/>
                    <a:pt x="642" y="873"/>
                  </a:cubicBezTo>
                  <a:cubicBezTo>
                    <a:pt x="636" y="825"/>
                    <a:pt x="648" y="864"/>
                    <a:pt x="627" y="843"/>
                  </a:cubicBezTo>
                  <a:cubicBezTo>
                    <a:pt x="625" y="841"/>
                    <a:pt x="626" y="836"/>
                    <a:pt x="624" y="834"/>
                  </a:cubicBezTo>
                  <a:cubicBezTo>
                    <a:pt x="619" y="829"/>
                    <a:pt x="606" y="822"/>
                    <a:pt x="606" y="822"/>
                  </a:cubicBezTo>
                  <a:cubicBezTo>
                    <a:pt x="599" y="811"/>
                    <a:pt x="598" y="795"/>
                    <a:pt x="588" y="786"/>
                  </a:cubicBezTo>
                  <a:cubicBezTo>
                    <a:pt x="578" y="775"/>
                    <a:pt x="554" y="771"/>
                    <a:pt x="540" y="765"/>
                  </a:cubicBezTo>
                  <a:cubicBezTo>
                    <a:pt x="526" y="759"/>
                    <a:pt x="521" y="754"/>
                    <a:pt x="504" y="747"/>
                  </a:cubicBezTo>
                  <a:cubicBezTo>
                    <a:pt x="476" y="728"/>
                    <a:pt x="473" y="727"/>
                    <a:pt x="438" y="723"/>
                  </a:cubicBezTo>
                  <a:cubicBezTo>
                    <a:pt x="433" y="718"/>
                    <a:pt x="431" y="710"/>
                    <a:pt x="426" y="705"/>
                  </a:cubicBezTo>
                  <a:cubicBezTo>
                    <a:pt x="420" y="699"/>
                    <a:pt x="397" y="692"/>
                    <a:pt x="390" y="690"/>
                  </a:cubicBezTo>
                  <a:cubicBezTo>
                    <a:pt x="383" y="688"/>
                    <a:pt x="372" y="678"/>
                    <a:pt x="372" y="678"/>
                  </a:cubicBezTo>
                  <a:cubicBezTo>
                    <a:pt x="368" y="656"/>
                    <a:pt x="373" y="666"/>
                    <a:pt x="351" y="651"/>
                  </a:cubicBezTo>
                  <a:cubicBezTo>
                    <a:pt x="348" y="649"/>
                    <a:pt x="342" y="645"/>
                    <a:pt x="342" y="645"/>
                  </a:cubicBezTo>
                  <a:cubicBezTo>
                    <a:pt x="328" y="624"/>
                    <a:pt x="329" y="637"/>
                    <a:pt x="324" y="621"/>
                  </a:cubicBezTo>
                  <a:cubicBezTo>
                    <a:pt x="331" y="600"/>
                    <a:pt x="328" y="604"/>
                    <a:pt x="342" y="594"/>
                  </a:cubicBezTo>
                  <a:cubicBezTo>
                    <a:pt x="346" y="577"/>
                    <a:pt x="348" y="569"/>
                    <a:pt x="342" y="552"/>
                  </a:cubicBezTo>
                  <a:cubicBezTo>
                    <a:pt x="352" y="545"/>
                    <a:pt x="356" y="540"/>
                    <a:pt x="360" y="528"/>
                  </a:cubicBezTo>
                  <a:cubicBezTo>
                    <a:pt x="361" y="518"/>
                    <a:pt x="360" y="508"/>
                    <a:pt x="363" y="498"/>
                  </a:cubicBezTo>
                  <a:cubicBezTo>
                    <a:pt x="365" y="491"/>
                    <a:pt x="375" y="487"/>
                    <a:pt x="378" y="480"/>
                  </a:cubicBezTo>
                  <a:cubicBezTo>
                    <a:pt x="386" y="464"/>
                    <a:pt x="379" y="448"/>
                    <a:pt x="399" y="441"/>
                  </a:cubicBezTo>
                  <a:cubicBezTo>
                    <a:pt x="411" y="442"/>
                    <a:pt x="424" y="440"/>
                    <a:pt x="435" y="444"/>
                  </a:cubicBezTo>
                  <a:cubicBezTo>
                    <a:pt x="439" y="445"/>
                    <a:pt x="435" y="453"/>
                    <a:pt x="438" y="456"/>
                  </a:cubicBezTo>
                  <a:cubicBezTo>
                    <a:pt x="445" y="463"/>
                    <a:pt x="467" y="462"/>
                    <a:pt x="477" y="465"/>
                  </a:cubicBezTo>
                  <a:cubicBezTo>
                    <a:pt x="478" y="468"/>
                    <a:pt x="477" y="472"/>
                    <a:pt x="480" y="474"/>
                  </a:cubicBezTo>
                  <a:cubicBezTo>
                    <a:pt x="485" y="478"/>
                    <a:pt x="498" y="480"/>
                    <a:pt x="498" y="480"/>
                  </a:cubicBezTo>
                  <a:cubicBezTo>
                    <a:pt x="502" y="501"/>
                    <a:pt x="511" y="506"/>
                    <a:pt x="531" y="513"/>
                  </a:cubicBezTo>
                  <a:cubicBezTo>
                    <a:pt x="538" y="533"/>
                    <a:pt x="575" y="517"/>
                    <a:pt x="600" y="525"/>
                  </a:cubicBezTo>
                  <a:cubicBezTo>
                    <a:pt x="616" y="523"/>
                    <a:pt x="607" y="510"/>
                    <a:pt x="612" y="501"/>
                  </a:cubicBezTo>
                  <a:cubicBezTo>
                    <a:pt x="617" y="492"/>
                    <a:pt x="623" y="475"/>
                    <a:pt x="630" y="468"/>
                  </a:cubicBezTo>
                  <a:cubicBezTo>
                    <a:pt x="632" y="463"/>
                    <a:pt x="654" y="460"/>
                    <a:pt x="657" y="459"/>
                  </a:cubicBezTo>
                  <a:cubicBezTo>
                    <a:pt x="662" y="453"/>
                    <a:pt x="656" y="433"/>
                    <a:pt x="660" y="423"/>
                  </a:cubicBezTo>
                  <a:cubicBezTo>
                    <a:pt x="664" y="413"/>
                    <a:pt x="675" y="411"/>
                    <a:pt x="681" y="399"/>
                  </a:cubicBezTo>
                  <a:cubicBezTo>
                    <a:pt x="686" y="383"/>
                    <a:pt x="692" y="367"/>
                    <a:pt x="696" y="351"/>
                  </a:cubicBezTo>
                  <a:cubicBezTo>
                    <a:pt x="699" y="336"/>
                    <a:pt x="703" y="324"/>
                    <a:pt x="708" y="315"/>
                  </a:cubicBezTo>
                  <a:cubicBezTo>
                    <a:pt x="713" y="306"/>
                    <a:pt x="724" y="302"/>
                    <a:pt x="729" y="294"/>
                  </a:cubicBezTo>
                  <a:cubicBezTo>
                    <a:pt x="744" y="248"/>
                    <a:pt x="727" y="296"/>
                    <a:pt x="741" y="267"/>
                  </a:cubicBezTo>
                  <a:cubicBezTo>
                    <a:pt x="753" y="244"/>
                    <a:pt x="748" y="217"/>
                    <a:pt x="777" y="207"/>
                  </a:cubicBezTo>
                  <a:cubicBezTo>
                    <a:pt x="783" y="201"/>
                    <a:pt x="793" y="200"/>
                    <a:pt x="795" y="192"/>
                  </a:cubicBezTo>
                  <a:cubicBezTo>
                    <a:pt x="809" y="142"/>
                    <a:pt x="787" y="166"/>
                    <a:pt x="816" y="147"/>
                  </a:cubicBezTo>
                  <a:cubicBezTo>
                    <a:pt x="818" y="144"/>
                    <a:pt x="819" y="140"/>
                    <a:pt x="822" y="138"/>
                  </a:cubicBezTo>
                  <a:cubicBezTo>
                    <a:pt x="824" y="136"/>
                    <a:pt x="829" y="137"/>
                    <a:pt x="831" y="135"/>
                  </a:cubicBezTo>
                  <a:cubicBezTo>
                    <a:pt x="838" y="128"/>
                    <a:pt x="833" y="116"/>
                    <a:pt x="837" y="108"/>
                  </a:cubicBezTo>
                  <a:cubicBezTo>
                    <a:pt x="842" y="99"/>
                    <a:pt x="867" y="99"/>
                    <a:pt x="870" y="99"/>
                  </a:cubicBezTo>
                  <a:cubicBezTo>
                    <a:pt x="888" y="93"/>
                    <a:pt x="882" y="80"/>
                    <a:pt x="894" y="69"/>
                  </a:cubicBezTo>
                  <a:cubicBezTo>
                    <a:pt x="899" y="64"/>
                    <a:pt x="912" y="57"/>
                    <a:pt x="912" y="57"/>
                  </a:cubicBezTo>
                  <a:cubicBezTo>
                    <a:pt x="916" y="46"/>
                    <a:pt x="912" y="33"/>
                    <a:pt x="918" y="24"/>
                  </a:cubicBezTo>
                  <a:cubicBezTo>
                    <a:pt x="923" y="16"/>
                    <a:pt x="945" y="15"/>
                    <a:pt x="945" y="15"/>
                  </a:cubicBezTo>
                  <a:lnTo>
                    <a:pt x="972" y="0"/>
                  </a:lnTo>
                  <a:lnTo>
                    <a:pt x="996" y="18"/>
                  </a:lnTo>
                  <a:lnTo>
                    <a:pt x="1023" y="18"/>
                  </a:lnTo>
                  <a:lnTo>
                    <a:pt x="1026" y="36"/>
                  </a:lnTo>
                  <a:cubicBezTo>
                    <a:pt x="1026" y="36"/>
                    <a:pt x="1026" y="36"/>
                    <a:pt x="1026" y="36"/>
                  </a:cubicBezTo>
                  <a:cubicBezTo>
                    <a:pt x="1029" y="38"/>
                    <a:pt x="1032" y="40"/>
                    <a:pt x="1035" y="42"/>
                  </a:cubicBezTo>
                  <a:cubicBezTo>
                    <a:pt x="1041" y="59"/>
                    <a:pt x="1036" y="62"/>
                    <a:pt x="1056" y="66"/>
                  </a:cubicBezTo>
                  <a:cubicBezTo>
                    <a:pt x="1052" y="81"/>
                    <a:pt x="1053" y="74"/>
                    <a:pt x="1053" y="87"/>
                  </a:cubicBezTo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22E86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22"/>
            <p:cNvSpPr/>
            <p:nvPr/>
          </p:nvSpPr>
          <p:spPr bwMode="auto">
            <a:xfrm>
              <a:off x="1119" y="2689"/>
              <a:ext cx="1767" cy="1194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337072" y="1511545"/>
            <a:ext cx="3690937" cy="4530725"/>
            <a:chOff x="4337072" y="1511545"/>
            <a:chExt cx="3690937" cy="4530725"/>
          </a:xfrm>
        </p:grpSpPr>
        <p:grpSp>
          <p:nvGrpSpPr>
            <p:cNvPr id="44" name="Group 54"/>
            <p:cNvGrpSpPr/>
            <p:nvPr/>
          </p:nvGrpSpPr>
          <p:grpSpPr bwMode="auto">
            <a:xfrm>
              <a:off x="4337072" y="1511545"/>
              <a:ext cx="3690937" cy="4530725"/>
              <a:chOff x="3217" y="1159"/>
              <a:chExt cx="2325" cy="2854"/>
            </a:xfrm>
          </p:grpSpPr>
          <p:grpSp>
            <p:nvGrpSpPr>
              <p:cNvPr id="45" name="Group 23"/>
              <p:cNvGrpSpPr/>
              <p:nvPr/>
            </p:nvGrpSpPr>
            <p:grpSpPr bwMode="auto">
              <a:xfrm>
                <a:off x="3217" y="1159"/>
                <a:ext cx="2325" cy="2854"/>
                <a:chOff x="561" y="1029"/>
                <a:chExt cx="2325" cy="2854"/>
              </a:xfrm>
            </p:grpSpPr>
            <p:sp>
              <p:nvSpPr>
                <p:cNvPr id="47" name="Freeform 24"/>
                <p:cNvSpPr/>
                <p:nvPr/>
              </p:nvSpPr>
              <p:spPr bwMode="auto">
                <a:xfrm>
                  <a:off x="561" y="1029"/>
                  <a:ext cx="1149" cy="2079"/>
                </a:xfrm>
                <a:custGeom>
                  <a:avLst/>
                  <a:gdLst>
                    <a:gd name="T0" fmla="*/ 1032 w 1149"/>
                    <a:gd name="T1" fmla="*/ 186 h 2079"/>
                    <a:gd name="T2" fmla="*/ 1020 w 1149"/>
                    <a:gd name="T3" fmla="*/ 333 h 2079"/>
                    <a:gd name="T4" fmla="*/ 1005 w 1149"/>
                    <a:gd name="T5" fmla="*/ 465 h 2079"/>
                    <a:gd name="T6" fmla="*/ 1031 w 1149"/>
                    <a:gd name="T7" fmla="*/ 551 h 2079"/>
                    <a:gd name="T8" fmla="*/ 1014 w 1149"/>
                    <a:gd name="T9" fmla="*/ 675 h 2079"/>
                    <a:gd name="T10" fmla="*/ 1011 w 1149"/>
                    <a:gd name="T11" fmla="*/ 756 h 2079"/>
                    <a:gd name="T12" fmla="*/ 1026 w 1149"/>
                    <a:gd name="T13" fmla="*/ 858 h 2079"/>
                    <a:gd name="T14" fmla="*/ 1050 w 1149"/>
                    <a:gd name="T15" fmla="*/ 1059 h 2079"/>
                    <a:gd name="T16" fmla="*/ 1011 w 1149"/>
                    <a:gd name="T17" fmla="*/ 1185 h 2079"/>
                    <a:gd name="T18" fmla="*/ 999 w 1149"/>
                    <a:gd name="T19" fmla="*/ 1266 h 2079"/>
                    <a:gd name="T20" fmla="*/ 1008 w 1149"/>
                    <a:gd name="T21" fmla="*/ 1386 h 2079"/>
                    <a:gd name="T22" fmla="*/ 1047 w 1149"/>
                    <a:gd name="T23" fmla="*/ 1488 h 2079"/>
                    <a:gd name="T24" fmla="*/ 1125 w 1149"/>
                    <a:gd name="T25" fmla="*/ 1563 h 2079"/>
                    <a:gd name="T26" fmla="*/ 1149 w 1149"/>
                    <a:gd name="T27" fmla="*/ 1632 h 2079"/>
                    <a:gd name="T28" fmla="*/ 1137 w 1149"/>
                    <a:gd name="T29" fmla="*/ 1671 h 2079"/>
                    <a:gd name="T30" fmla="*/ 1026 w 1149"/>
                    <a:gd name="T31" fmla="*/ 1692 h 2079"/>
                    <a:gd name="T32" fmla="*/ 960 w 1149"/>
                    <a:gd name="T33" fmla="*/ 1683 h 2079"/>
                    <a:gd name="T34" fmla="*/ 882 w 1149"/>
                    <a:gd name="T35" fmla="*/ 1734 h 2079"/>
                    <a:gd name="T36" fmla="*/ 897 w 1149"/>
                    <a:gd name="T37" fmla="*/ 1797 h 2079"/>
                    <a:gd name="T38" fmla="*/ 873 w 1149"/>
                    <a:gd name="T39" fmla="*/ 1896 h 2079"/>
                    <a:gd name="T40" fmla="*/ 831 w 1149"/>
                    <a:gd name="T41" fmla="*/ 1974 h 2079"/>
                    <a:gd name="T42" fmla="*/ 783 w 1149"/>
                    <a:gd name="T43" fmla="*/ 2064 h 2079"/>
                    <a:gd name="T44" fmla="*/ 654 w 1149"/>
                    <a:gd name="T45" fmla="*/ 1950 h 2079"/>
                    <a:gd name="T46" fmla="*/ 501 w 1149"/>
                    <a:gd name="T47" fmla="*/ 1932 h 2079"/>
                    <a:gd name="T48" fmla="*/ 447 w 1149"/>
                    <a:gd name="T49" fmla="*/ 1935 h 2079"/>
                    <a:gd name="T50" fmla="*/ 372 w 1149"/>
                    <a:gd name="T51" fmla="*/ 1881 h 2079"/>
                    <a:gd name="T52" fmla="*/ 255 w 1149"/>
                    <a:gd name="T53" fmla="*/ 1836 h 2079"/>
                    <a:gd name="T54" fmla="*/ 99 w 1149"/>
                    <a:gd name="T55" fmla="*/ 1797 h 2079"/>
                    <a:gd name="T56" fmla="*/ 24 w 1149"/>
                    <a:gd name="T57" fmla="*/ 1683 h 2079"/>
                    <a:gd name="T58" fmla="*/ 69 w 1149"/>
                    <a:gd name="T59" fmla="*/ 1596 h 2079"/>
                    <a:gd name="T60" fmla="*/ 144 w 1149"/>
                    <a:gd name="T61" fmla="*/ 1545 h 2079"/>
                    <a:gd name="T62" fmla="*/ 171 w 1149"/>
                    <a:gd name="T63" fmla="*/ 1434 h 2079"/>
                    <a:gd name="T64" fmla="*/ 168 w 1149"/>
                    <a:gd name="T65" fmla="*/ 1323 h 2079"/>
                    <a:gd name="T66" fmla="*/ 222 w 1149"/>
                    <a:gd name="T67" fmla="*/ 1218 h 2079"/>
                    <a:gd name="T68" fmla="*/ 276 w 1149"/>
                    <a:gd name="T69" fmla="*/ 1236 h 2079"/>
                    <a:gd name="T70" fmla="*/ 432 w 1149"/>
                    <a:gd name="T71" fmla="*/ 1209 h 2079"/>
                    <a:gd name="T72" fmla="*/ 531 w 1149"/>
                    <a:gd name="T73" fmla="*/ 1134 h 2079"/>
                    <a:gd name="T74" fmla="*/ 624 w 1149"/>
                    <a:gd name="T75" fmla="*/ 1119 h 2079"/>
                    <a:gd name="T76" fmla="*/ 630 w 1149"/>
                    <a:gd name="T77" fmla="*/ 1017 h 2079"/>
                    <a:gd name="T78" fmla="*/ 651 w 1149"/>
                    <a:gd name="T79" fmla="*/ 924 h 2079"/>
                    <a:gd name="T80" fmla="*/ 624 w 1149"/>
                    <a:gd name="T81" fmla="*/ 834 h 2079"/>
                    <a:gd name="T82" fmla="*/ 540 w 1149"/>
                    <a:gd name="T83" fmla="*/ 765 h 2079"/>
                    <a:gd name="T84" fmla="*/ 426 w 1149"/>
                    <a:gd name="T85" fmla="*/ 705 h 2079"/>
                    <a:gd name="T86" fmla="*/ 351 w 1149"/>
                    <a:gd name="T87" fmla="*/ 651 h 2079"/>
                    <a:gd name="T88" fmla="*/ 342 w 1149"/>
                    <a:gd name="T89" fmla="*/ 594 h 2079"/>
                    <a:gd name="T90" fmla="*/ 363 w 1149"/>
                    <a:gd name="T91" fmla="*/ 498 h 2079"/>
                    <a:gd name="T92" fmla="*/ 435 w 1149"/>
                    <a:gd name="T93" fmla="*/ 444 h 2079"/>
                    <a:gd name="T94" fmla="*/ 480 w 1149"/>
                    <a:gd name="T95" fmla="*/ 474 h 2079"/>
                    <a:gd name="T96" fmla="*/ 600 w 1149"/>
                    <a:gd name="T97" fmla="*/ 525 h 2079"/>
                    <a:gd name="T98" fmla="*/ 657 w 1149"/>
                    <a:gd name="T99" fmla="*/ 459 h 2079"/>
                    <a:gd name="T100" fmla="*/ 696 w 1149"/>
                    <a:gd name="T101" fmla="*/ 351 h 2079"/>
                    <a:gd name="T102" fmla="*/ 741 w 1149"/>
                    <a:gd name="T103" fmla="*/ 267 h 2079"/>
                    <a:gd name="T104" fmla="*/ 816 w 1149"/>
                    <a:gd name="T105" fmla="*/ 147 h 2079"/>
                    <a:gd name="T106" fmla="*/ 837 w 1149"/>
                    <a:gd name="T107" fmla="*/ 108 h 2079"/>
                    <a:gd name="T108" fmla="*/ 912 w 1149"/>
                    <a:gd name="T109" fmla="*/ 57 h 2079"/>
                    <a:gd name="T110" fmla="*/ 972 w 1149"/>
                    <a:gd name="T111" fmla="*/ 0 h 2079"/>
                    <a:gd name="T112" fmla="*/ 1026 w 1149"/>
                    <a:gd name="T113" fmla="*/ 36 h 2079"/>
                    <a:gd name="T114" fmla="*/ 1056 w 1149"/>
                    <a:gd name="T115" fmla="*/ 66 h 20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149" h="2079">
                      <a:moveTo>
                        <a:pt x="1053" y="66"/>
                      </a:moveTo>
                      <a:cubicBezTo>
                        <a:pt x="1049" y="121"/>
                        <a:pt x="1056" y="102"/>
                        <a:pt x="1029" y="120"/>
                      </a:cubicBezTo>
                      <a:cubicBezTo>
                        <a:pt x="1024" y="140"/>
                        <a:pt x="1031" y="166"/>
                        <a:pt x="1032" y="186"/>
                      </a:cubicBezTo>
                      <a:cubicBezTo>
                        <a:pt x="1033" y="206"/>
                        <a:pt x="1037" y="224"/>
                        <a:pt x="1035" y="243"/>
                      </a:cubicBezTo>
                      <a:cubicBezTo>
                        <a:pt x="1032" y="282"/>
                        <a:pt x="1032" y="274"/>
                        <a:pt x="1023" y="300"/>
                      </a:cubicBezTo>
                      <a:cubicBezTo>
                        <a:pt x="1021" y="314"/>
                        <a:pt x="1019" y="320"/>
                        <a:pt x="1020" y="333"/>
                      </a:cubicBezTo>
                      <a:cubicBezTo>
                        <a:pt x="1021" y="346"/>
                        <a:pt x="1033" y="367"/>
                        <a:pt x="1032" y="381"/>
                      </a:cubicBezTo>
                      <a:cubicBezTo>
                        <a:pt x="1028" y="399"/>
                        <a:pt x="1017" y="403"/>
                        <a:pt x="1011" y="420"/>
                      </a:cubicBezTo>
                      <a:cubicBezTo>
                        <a:pt x="1010" y="435"/>
                        <a:pt x="1003" y="450"/>
                        <a:pt x="1005" y="465"/>
                      </a:cubicBezTo>
                      <a:cubicBezTo>
                        <a:pt x="1006" y="471"/>
                        <a:pt x="1011" y="483"/>
                        <a:pt x="1011" y="483"/>
                      </a:cubicBezTo>
                      <a:cubicBezTo>
                        <a:pt x="1011" y="486"/>
                        <a:pt x="1005" y="542"/>
                        <a:pt x="1017" y="546"/>
                      </a:cubicBezTo>
                      <a:cubicBezTo>
                        <a:pt x="1023" y="548"/>
                        <a:pt x="1031" y="551"/>
                        <a:pt x="1031" y="551"/>
                      </a:cubicBezTo>
                      <a:cubicBezTo>
                        <a:pt x="1030" y="554"/>
                        <a:pt x="1030" y="561"/>
                        <a:pt x="1027" y="563"/>
                      </a:cubicBezTo>
                      <a:cubicBezTo>
                        <a:pt x="1022" y="567"/>
                        <a:pt x="1014" y="567"/>
                        <a:pt x="1014" y="567"/>
                      </a:cubicBezTo>
                      <a:cubicBezTo>
                        <a:pt x="1012" y="602"/>
                        <a:pt x="1003" y="641"/>
                        <a:pt x="1014" y="675"/>
                      </a:cubicBezTo>
                      <a:cubicBezTo>
                        <a:pt x="1011" y="710"/>
                        <a:pt x="1010" y="705"/>
                        <a:pt x="1002" y="729"/>
                      </a:cubicBezTo>
                      <a:cubicBezTo>
                        <a:pt x="1004" y="735"/>
                        <a:pt x="1006" y="741"/>
                        <a:pt x="1008" y="747"/>
                      </a:cubicBezTo>
                      <a:cubicBezTo>
                        <a:pt x="1009" y="750"/>
                        <a:pt x="1011" y="756"/>
                        <a:pt x="1011" y="756"/>
                      </a:cubicBezTo>
                      <a:cubicBezTo>
                        <a:pt x="1007" y="778"/>
                        <a:pt x="1004" y="780"/>
                        <a:pt x="1011" y="801"/>
                      </a:cubicBezTo>
                      <a:cubicBezTo>
                        <a:pt x="1013" y="807"/>
                        <a:pt x="1017" y="819"/>
                        <a:pt x="1017" y="819"/>
                      </a:cubicBezTo>
                      <a:cubicBezTo>
                        <a:pt x="1013" y="839"/>
                        <a:pt x="1007" y="845"/>
                        <a:pt x="1026" y="858"/>
                      </a:cubicBezTo>
                      <a:cubicBezTo>
                        <a:pt x="1034" y="881"/>
                        <a:pt x="1024" y="906"/>
                        <a:pt x="1029" y="930"/>
                      </a:cubicBezTo>
                      <a:cubicBezTo>
                        <a:pt x="1026" y="953"/>
                        <a:pt x="1019" y="959"/>
                        <a:pt x="1026" y="981"/>
                      </a:cubicBezTo>
                      <a:cubicBezTo>
                        <a:pt x="1028" y="1014"/>
                        <a:pt x="1016" y="1048"/>
                        <a:pt x="1050" y="1059"/>
                      </a:cubicBezTo>
                      <a:cubicBezTo>
                        <a:pt x="1057" y="1079"/>
                        <a:pt x="1052" y="1096"/>
                        <a:pt x="1035" y="1107"/>
                      </a:cubicBezTo>
                      <a:cubicBezTo>
                        <a:pt x="1029" y="1130"/>
                        <a:pt x="1036" y="1156"/>
                        <a:pt x="1029" y="1179"/>
                      </a:cubicBezTo>
                      <a:cubicBezTo>
                        <a:pt x="1027" y="1185"/>
                        <a:pt x="1011" y="1185"/>
                        <a:pt x="1011" y="1185"/>
                      </a:cubicBezTo>
                      <a:cubicBezTo>
                        <a:pt x="1001" y="1200"/>
                        <a:pt x="1006" y="1214"/>
                        <a:pt x="1011" y="1230"/>
                      </a:cubicBezTo>
                      <a:cubicBezTo>
                        <a:pt x="1008" y="1239"/>
                        <a:pt x="1005" y="1248"/>
                        <a:pt x="1002" y="1257"/>
                      </a:cubicBezTo>
                      <a:cubicBezTo>
                        <a:pt x="1001" y="1260"/>
                        <a:pt x="999" y="1266"/>
                        <a:pt x="999" y="1266"/>
                      </a:cubicBezTo>
                      <a:cubicBezTo>
                        <a:pt x="1002" y="1304"/>
                        <a:pt x="999" y="1301"/>
                        <a:pt x="1005" y="1326"/>
                      </a:cubicBezTo>
                      <a:cubicBezTo>
                        <a:pt x="1007" y="1336"/>
                        <a:pt x="1014" y="1356"/>
                        <a:pt x="1014" y="1356"/>
                      </a:cubicBezTo>
                      <a:cubicBezTo>
                        <a:pt x="1015" y="1366"/>
                        <a:pt x="1008" y="1375"/>
                        <a:pt x="1008" y="1386"/>
                      </a:cubicBezTo>
                      <a:cubicBezTo>
                        <a:pt x="1008" y="1397"/>
                        <a:pt x="1013" y="1408"/>
                        <a:pt x="1014" y="1422"/>
                      </a:cubicBezTo>
                      <a:cubicBezTo>
                        <a:pt x="1015" y="1436"/>
                        <a:pt x="1006" y="1459"/>
                        <a:pt x="1011" y="1470"/>
                      </a:cubicBezTo>
                      <a:cubicBezTo>
                        <a:pt x="1015" y="1483"/>
                        <a:pt x="1047" y="1488"/>
                        <a:pt x="1047" y="1488"/>
                      </a:cubicBezTo>
                      <a:cubicBezTo>
                        <a:pt x="1051" y="1505"/>
                        <a:pt x="1064" y="1503"/>
                        <a:pt x="1077" y="1512"/>
                      </a:cubicBezTo>
                      <a:cubicBezTo>
                        <a:pt x="1081" y="1532"/>
                        <a:pt x="1083" y="1526"/>
                        <a:pt x="1098" y="1536"/>
                      </a:cubicBezTo>
                      <a:cubicBezTo>
                        <a:pt x="1107" y="1550"/>
                        <a:pt x="1108" y="1557"/>
                        <a:pt x="1125" y="1563"/>
                      </a:cubicBezTo>
                      <a:cubicBezTo>
                        <a:pt x="1131" y="1572"/>
                        <a:pt x="1137" y="1575"/>
                        <a:pt x="1143" y="1587"/>
                      </a:cubicBezTo>
                      <a:cubicBezTo>
                        <a:pt x="1145" y="1596"/>
                        <a:pt x="1139" y="1613"/>
                        <a:pt x="1140" y="1620"/>
                      </a:cubicBezTo>
                      <a:cubicBezTo>
                        <a:pt x="1141" y="1627"/>
                        <a:pt x="1148" y="1628"/>
                        <a:pt x="1149" y="1632"/>
                      </a:cubicBezTo>
                      <a:cubicBezTo>
                        <a:pt x="1148" y="1637"/>
                        <a:pt x="1149" y="1643"/>
                        <a:pt x="1146" y="1647"/>
                      </a:cubicBezTo>
                      <a:cubicBezTo>
                        <a:pt x="1143" y="1650"/>
                        <a:pt x="1146" y="1650"/>
                        <a:pt x="1143" y="1653"/>
                      </a:cubicBezTo>
                      <a:cubicBezTo>
                        <a:pt x="1139" y="1658"/>
                        <a:pt x="1143" y="1669"/>
                        <a:pt x="1137" y="1671"/>
                      </a:cubicBezTo>
                      <a:cubicBezTo>
                        <a:pt x="1109" y="1680"/>
                        <a:pt x="1107" y="1683"/>
                        <a:pt x="1071" y="1686"/>
                      </a:cubicBezTo>
                      <a:cubicBezTo>
                        <a:pt x="1050" y="1693"/>
                        <a:pt x="1058" y="1688"/>
                        <a:pt x="1044" y="1698"/>
                      </a:cubicBezTo>
                      <a:cubicBezTo>
                        <a:pt x="1038" y="1696"/>
                        <a:pt x="1032" y="1694"/>
                        <a:pt x="1026" y="1692"/>
                      </a:cubicBezTo>
                      <a:cubicBezTo>
                        <a:pt x="1020" y="1690"/>
                        <a:pt x="1008" y="1698"/>
                        <a:pt x="1008" y="1698"/>
                      </a:cubicBezTo>
                      <a:cubicBezTo>
                        <a:pt x="962" y="1691"/>
                        <a:pt x="1004" y="1700"/>
                        <a:pt x="978" y="1689"/>
                      </a:cubicBezTo>
                      <a:cubicBezTo>
                        <a:pt x="972" y="1686"/>
                        <a:pt x="960" y="1683"/>
                        <a:pt x="960" y="1683"/>
                      </a:cubicBezTo>
                      <a:cubicBezTo>
                        <a:pt x="953" y="1683"/>
                        <a:pt x="947" y="1696"/>
                        <a:pt x="936" y="1698"/>
                      </a:cubicBezTo>
                      <a:cubicBezTo>
                        <a:pt x="925" y="1700"/>
                        <a:pt x="903" y="1689"/>
                        <a:pt x="894" y="1695"/>
                      </a:cubicBezTo>
                      <a:cubicBezTo>
                        <a:pt x="889" y="1711"/>
                        <a:pt x="885" y="1716"/>
                        <a:pt x="882" y="1734"/>
                      </a:cubicBezTo>
                      <a:cubicBezTo>
                        <a:pt x="883" y="1749"/>
                        <a:pt x="880" y="1765"/>
                        <a:pt x="885" y="1779"/>
                      </a:cubicBezTo>
                      <a:cubicBezTo>
                        <a:pt x="888" y="1786"/>
                        <a:pt x="898" y="1809"/>
                        <a:pt x="900" y="1812"/>
                      </a:cubicBezTo>
                      <a:cubicBezTo>
                        <a:pt x="902" y="1815"/>
                        <a:pt x="896" y="1791"/>
                        <a:pt x="897" y="1797"/>
                      </a:cubicBezTo>
                      <a:cubicBezTo>
                        <a:pt x="904" y="1817"/>
                        <a:pt x="913" y="1829"/>
                        <a:pt x="906" y="1851"/>
                      </a:cubicBezTo>
                      <a:cubicBezTo>
                        <a:pt x="905" y="1865"/>
                        <a:pt x="901" y="1881"/>
                        <a:pt x="894" y="1893"/>
                      </a:cubicBezTo>
                      <a:cubicBezTo>
                        <a:pt x="891" y="1899"/>
                        <a:pt x="879" y="1893"/>
                        <a:pt x="873" y="1896"/>
                      </a:cubicBezTo>
                      <a:cubicBezTo>
                        <a:pt x="867" y="1899"/>
                        <a:pt x="870" y="1912"/>
                        <a:pt x="864" y="1914"/>
                      </a:cubicBezTo>
                      <a:cubicBezTo>
                        <a:pt x="852" y="1918"/>
                        <a:pt x="837" y="1907"/>
                        <a:pt x="825" y="1908"/>
                      </a:cubicBezTo>
                      <a:cubicBezTo>
                        <a:pt x="812" y="1927"/>
                        <a:pt x="819" y="1955"/>
                        <a:pt x="831" y="1974"/>
                      </a:cubicBezTo>
                      <a:cubicBezTo>
                        <a:pt x="828" y="1991"/>
                        <a:pt x="821" y="1989"/>
                        <a:pt x="816" y="2004"/>
                      </a:cubicBezTo>
                      <a:cubicBezTo>
                        <a:pt x="814" y="2032"/>
                        <a:pt x="817" y="2041"/>
                        <a:pt x="804" y="2061"/>
                      </a:cubicBezTo>
                      <a:cubicBezTo>
                        <a:pt x="800" y="2079"/>
                        <a:pt x="796" y="2073"/>
                        <a:pt x="783" y="2064"/>
                      </a:cubicBezTo>
                      <a:cubicBezTo>
                        <a:pt x="774" y="2051"/>
                        <a:pt x="746" y="2035"/>
                        <a:pt x="732" y="2025"/>
                      </a:cubicBezTo>
                      <a:cubicBezTo>
                        <a:pt x="723" y="2012"/>
                        <a:pt x="717" y="2013"/>
                        <a:pt x="702" y="2010"/>
                      </a:cubicBezTo>
                      <a:cubicBezTo>
                        <a:pt x="689" y="2000"/>
                        <a:pt x="668" y="1960"/>
                        <a:pt x="654" y="1950"/>
                      </a:cubicBezTo>
                      <a:cubicBezTo>
                        <a:pt x="640" y="1940"/>
                        <a:pt x="634" y="1951"/>
                        <a:pt x="618" y="1950"/>
                      </a:cubicBezTo>
                      <a:cubicBezTo>
                        <a:pt x="591" y="1932"/>
                        <a:pt x="594" y="1941"/>
                        <a:pt x="555" y="1944"/>
                      </a:cubicBezTo>
                      <a:cubicBezTo>
                        <a:pt x="524" y="1954"/>
                        <a:pt x="530" y="1942"/>
                        <a:pt x="501" y="1932"/>
                      </a:cubicBezTo>
                      <a:cubicBezTo>
                        <a:pt x="494" y="1933"/>
                        <a:pt x="487" y="1932"/>
                        <a:pt x="480" y="1935"/>
                      </a:cubicBezTo>
                      <a:cubicBezTo>
                        <a:pt x="473" y="1938"/>
                        <a:pt x="462" y="1947"/>
                        <a:pt x="462" y="1947"/>
                      </a:cubicBezTo>
                      <a:cubicBezTo>
                        <a:pt x="439" y="1939"/>
                        <a:pt x="466" y="1951"/>
                        <a:pt x="447" y="1935"/>
                      </a:cubicBezTo>
                      <a:cubicBezTo>
                        <a:pt x="434" y="1924"/>
                        <a:pt x="409" y="1914"/>
                        <a:pt x="393" y="1911"/>
                      </a:cubicBezTo>
                      <a:cubicBezTo>
                        <a:pt x="392" y="1905"/>
                        <a:pt x="393" y="1898"/>
                        <a:pt x="390" y="1893"/>
                      </a:cubicBezTo>
                      <a:cubicBezTo>
                        <a:pt x="386" y="1887"/>
                        <a:pt x="372" y="1881"/>
                        <a:pt x="372" y="1881"/>
                      </a:cubicBezTo>
                      <a:cubicBezTo>
                        <a:pt x="361" y="1865"/>
                        <a:pt x="350" y="1860"/>
                        <a:pt x="333" y="1857"/>
                      </a:cubicBezTo>
                      <a:cubicBezTo>
                        <a:pt x="313" y="1844"/>
                        <a:pt x="324" y="1843"/>
                        <a:pt x="294" y="1839"/>
                      </a:cubicBezTo>
                      <a:cubicBezTo>
                        <a:pt x="281" y="1826"/>
                        <a:pt x="272" y="1830"/>
                        <a:pt x="255" y="1836"/>
                      </a:cubicBezTo>
                      <a:cubicBezTo>
                        <a:pt x="203" y="1833"/>
                        <a:pt x="220" y="1834"/>
                        <a:pt x="189" y="1824"/>
                      </a:cubicBezTo>
                      <a:cubicBezTo>
                        <a:pt x="169" y="1827"/>
                        <a:pt x="155" y="1830"/>
                        <a:pt x="138" y="1818"/>
                      </a:cubicBezTo>
                      <a:cubicBezTo>
                        <a:pt x="126" y="1799"/>
                        <a:pt x="123" y="1800"/>
                        <a:pt x="99" y="1797"/>
                      </a:cubicBezTo>
                      <a:cubicBezTo>
                        <a:pt x="80" y="1784"/>
                        <a:pt x="71" y="1763"/>
                        <a:pt x="48" y="1755"/>
                      </a:cubicBezTo>
                      <a:cubicBezTo>
                        <a:pt x="45" y="1728"/>
                        <a:pt x="47" y="1726"/>
                        <a:pt x="27" y="1713"/>
                      </a:cubicBezTo>
                      <a:cubicBezTo>
                        <a:pt x="23" y="1702"/>
                        <a:pt x="31" y="1693"/>
                        <a:pt x="24" y="1683"/>
                      </a:cubicBezTo>
                      <a:cubicBezTo>
                        <a:pt x="18" y="1675"/>
                        <a:pt x="6" y="1669"/>
                        <a:pt x="0" y="1659"/>
                      </a:cubicBezTo>
                      <a:cubicBezTo>
                        <a:pt x="15" y="1649"/>
                        <a:pt x="7" y="1656"/>
                        <a:pt x="21" y="1635"/>
                      </a:cubicBezTo>
                      <a:cubicBezTo>
                        <a:pt x="32" y="1618"/>
                        <a:pt x="51" y="1599"/>
                        <a:pt x="69" y="1596"/>
                      </a:cubicBezTo>
                      <a:cubicBezTo>
                        <a:pt x="82" y="1588"/>
                        <a:pt x="87" y="1594"/>
                        <a:pt x="99" y="1593"/>
                      </a:cubicBezTo>
                      <a:cubicBezTo>
                        <a:pt x="111" y="1592"/>
                        <a:pt x="134" y="1598"/>
                        <a:pt x="141" y="1590"/>
                      </a:cubicBezTo>
                      <a:cubicBezTo>
                        <a:pt x="150" y="1583"/>
                        <a:pt x="139" y="1556"/>
                        <a:pt x="144" y="1545"/>
                      </a:cubicBezTo>
                      <a:cubicBezTo>
                        <a:pt x="149" y="1534"/>
                        <a:pt x="171" y="1530"/>
                        <a:pt x="174" y="1521"/>
                      </a:cubicBezTo>
                      <a:cubicBezTo>
                        <a:pt x="171" y="1510"/>
                        <a:pt x="166" y="1502"/>
                        <a:pt x="162" y="1491"/>
                      </a:cubicBezTo>
                      <a:cubicBezTo>
                        <a:pt x="160" y="1476"/>
                        <a:pt x="171" y="1450"/>
                        <a:pt x="171" y="1434"/>
                      </a:cubicBezTo>
                      <a:cubicBezTo>
                        <a:pt x="171" y="1418"/>
                        <a:pt x="160" y="1405"/>
                        <a:pt x="159" y="1395"/>
                      </a:cubicBezTo>
                      <a:cubicBezTo>
                        <a:pt x="159" y="1389"/>
                        <a:pt x="165" y="1371"/>
                        <a:pt x="165" y="1371"/>
                      </a:cubicBezTo>
                      <a:cubicBezTo>
                        <a:pt x="164" y="1359"/>
                        <a:pt x="167" y="1341"/>
                        <a:pt x="168" y="1323"/>
                      </a:cubicBezTo>
                      <a:cubicBezTo>
                        <a:pt x="169" y="1305"/>
                        <a:pt x="169" y="1280"/>
                        <a:pt x="171" y="1263"/>
                      </a:cubicBezTo>
                      <a:cubicBezTo>
                        <a:pt x="174" y="1247"/>
                        <a:pt x="175" y="1228"/>
                        <a:pt x="183" y="1221"/>
                      </a:cubicBezTo>
                      <a:cubicBezTo>
                        <a:pt x="191" y="1214"/>
                        <a:pt x="212" y="1218"/>
                        <a:pt x="222" y="1218"/>
                      </a:cubicBezTo>
                      <a:cubicBezTo>
                        <a:pt x="233" y="1201"/>
                        <a:pt x="232" y="1214"/>
                        <a:pt x="246" y="1218"/>
                      </a:cubicBezTo>
                      <a:cubicBezTo>
                        <a:pt x="255" y="1220"/>
                        <a:pt x="264" y="1220"/>
                        <a:pt x="273" y="1221"/>
                      </a:cubicBezTo>
                      <a:cubicBezTo>
                        <a:pt x="274" y="1226"/>
                        <a:pt x="272" y="1233"/>
                        <a:pt x="276" y="1236"/>
                      </a:cubicBezTo>
                      <a:cubicBezTo>
                        <a:pt x="283" y="1241"/>
                        <a:pt x="336" y="1245"/>
                        <a:pt x="339" y="1245"/>
                      </a:cubicBezTo>
                      <a:cubicBezTo>
                        <a:pt x="366" y="1243"/>
                        <a:pt x="378" y="1236"/>
                        <a:pt x="402" y="1230"/>
                      </a:cubicBezTo>
                      <a:cubicBezTo>
                        <a:pt x="407" y="1211"/>
                        <a:pt x="413" y="1212"/>
                        <a:pt x="432" y="1209"/>
                      </a:cubicBezTo>
                      <a:cubicBezTo>
                        <a:pt x="436" y="1192"/>
                        <a:pt x="440" y="1186"/>
                        <a:pt x="450" y="1170"/>
                      </a:cubicBezTo>
                      <a:cubicBezTo>
                        <a:pt x="452" y="1167"/>
                        <a:pt x="456" y="1161"/>
                        <a:pt x="456" y="1161"/>
                      </a:cubicBezTo>
                      <a:cubicBezTo>
                        <a:pt x="463" y="1121"/>
                        <a:pt x="483" y="1136"/>
                        <a:pt x="531" y="1134"/>
                      </a:cubicBezTo>
                      <a:cubicBezTo>
                        <a:pt x="540" y="1132"/>
                        <a:pt x="549" y="1125"/>
                        <a:pt x="558" y="1128"/>
                      </a:cubicBezTo>
                      <a:cubicBezTo>
                        <a:pt x="565" y="1130"/>
                        <a:pt x="576" y="1140"/>
                        <a:pt x="576" y="1140"/>
                      </a:cubicBezTo>
                      <a:cubicBezTo>
                        <a:pt x="611" y="1137"/>
                        <a:pt x="615" y="1146"/>
                        <a:pt x="624" y="1119"/>
                      </a:cubicBezTo>
                      <a:cubicBezTo>
                        <a:pt x="631" y="1107"/>
                        <a:pt x="627" y="1084"/>
                        <a:pt x="627" y="1071"/>
                      </a:cubicBezTo>
                      <a:cubicBezTo>
                        <a:pt x="627" y="1058"/>
                        <a:pt x="623" y="1047"/>
                        <a:pt x="624" y="1038"/>
                      </a:cubicBezTo>
                      <a:cubicBezTo>
                        <a:pt x="622" y="1032"/>
                        <a:pt x="632" y="1023"/>
                        <a:pt x="630" y="1017"/>
                      </a:cubicBezTo>
                      <a:cubicBezTo>
                        <a:pt x="629" y="1014"/>
                        <a:pt x="639" y="1002"/>
                        <a:pt x="639" y="1002"/>
                      </a:cubicBezTo>
                      <a:cubicBezTo>
                        <a:pt x="642" y="985"/>
                        <a:pt x="636" y="980"/>
                        <a:pt x="645" y="966"/>
                      </a:cubicBezTo>
                      <a:cubicBezTo>
                        <a:pt x="647" y="951"/>
                        <a:pt x="651" y="939"/>
                        <a:pt x="651" y="924"/>
                      </a:cubicBezTo>
                      <a:cubicBezTo>
                        <a:pt x="651" y="909"/>
                        <a:pt x="646" y="886"/>
                        <a:pt x="642" y="873"/>
                      </a:cubicBezTo>
                      <a:cubicBezTo>
                        <a:pt x="636" y="825"/>
                        <a:pt x="648" y="864"/>
                        <a:pt x="627" y="843"/>
                      </a:cubicBezTo>
                      <a:cubicBezTo>
                        <a:pt x="625" y="841"/>
                        <a:pt x="626" y="836"/>
                        <a:pt x="624" y="834"/>
                      </a:cubicBezTo>
                      <a:cubicBezTo>
                        <a:pt x="619" y="829"/>
                        <a:pt x="606" y="822"/>
                        <a:pt x="606" y="822"/>
                      </a:cubicBezTo>
                      <a:cubicBezTo>
                        <a:pt x="599" y="811"/>
                        <a:pt x="598" y="795"/>
                        <a:pt x="588" y="786"/>
                      </a:cubicBezTo>
                      <a:cubicBezTo>
                        <a:pt x="578" y="775"/>
                        <a:pt x="554" y="771"/>
                        <a:pt x="540" y="765"/>
                      </a:cubicBezTo>
                      <a:cubicBezTo>
                        <a:pt x="526" y="759"/>
                        <a:pt x="521" y="754"/>
                        <a:pt x="504" y="747"/>
                      </a:cubicBezTo>
                      <a:cubicBezTo>
                        <a:pt x="476" y="728"/>
                        <a:pt x="473" y="727"/>
                        <a:pt x="438" y="723"/>
                      </a:cubicBezTo>
                      <a:cubicBezTo>
                        <a:pt x="433" y="718"/>
                        <a:pt x="431" y="710"/>
                        <a:pt x="426" y="705"/>
                      </a:cubicBezTo>
                      <a:cubicBezTo>
                        <a:pt x="420" y="699"/>
                        <a:pt x="397" y="692"/>
                        <a:pt x="390" y="690"/>
                      </a:cubicBezTo>
                      <a:cubicBezTo>
                        <a:pt x="383" y="688"/>
                        <a:pt x="372" y="678"/>
                        <a:pt x="372" y="678"/>
                      </a:cubicBezTo>
                      <a:cubicBezTo>
                        <a:pt x="368" y="656"/>
                        <a:pt x="373" y="666"/>
                        <a:pt x="351" y="651"/>
                      </a:cubicBezTo>
                      <a:cubicBezTo>
                        <a:pt x="348" y="649"/>
                        <a:pt x="342" y="645"/>
                        <a:pt x="342" y="645"/>
                      </a:cubicBezTo>
                      <a:cubicBezTo>
                        <a:pt x="328" y="624"/>
                        <a:pt x="329" y="637"/>
                        <a:pt x="324" y="621"/>
                      </a:cubicBezTo>
                      <a:cubicBezTo>
                        <a:pt x="331" y="600"/>
                        <a:pt x="328" y="604"/>
                        <a:pt x="342" y="594"/>
                      </a:cubicBezTo>
                      <a:cubicBezTo>
                        <a:pt x="346" y="577"/>
                        <a:pt x="348" y="569"/>
                        <a:pt x="342" y="552"/>
                      </a:cubicBezTo>
                      <a:cubicBezTo>
                        <a:pt x="352" y="545"/>
                        <a:pt x="356" y="540"/>
                        <a:pt x="360" y="528"/>
                      </a:cubicBezTo>
                      <a:cubicBezTo>
                        <a:pt x="361" y="518"/>
                        <a:pt x="360" y="508"/>
                        <a:pt x="363" y="498"/>
                      </a:cubicBezTo>
                      <a:cubicBezTo>
                        <a:pt x="365" y="491"/>
                        <a:pt x="375" y="487"/>
                        <a:pt x="378" y="480"/>
                      </a:cubicBezTo>
                      <a:cubicBezTo>
                        <a:pt x="386" y="464"/>
                        <a:pt x="379" y="448"/>
                        <a:pt x="399" y="441"/>
                      </a:cubicBezTo>
                      <a:cubicBezTo>
                        <a:pt x="411" y="442"/>
                        <a:pt x="424" y="440"/>
                        <a:pt x="435" y="444"/>
                      </a:cubicBezTo>
                      <a:cubicBezTo>
                        <a:pt x="439" y="445"/>
                        <a:pt x="435" y="453"/>
                        <a:pt x="438" y="456"/>
                      </a:cubicBezTo>
                      <a:cubicBezTo>
                        <a:pt x="445" y="463"/>
                        <a:pt x="467" y="462"/>
                        <a:pt x="477" y="465"/>
                      </a:cubicBezTo>
                      <a:cubicBezTo>
                        <a:pt x="478" y="468"/>
                        <a:pt x="477" y="472"/>
                        <a:pt x="480" y="474"/>
                      </a:cubicBezTo>
                      <a:cubicBezTo>
                        <a:pt x="485" y="478"/>
                        <a:pt x="498" y="480"/>
                        <a:pt x="498" y="480"/>
                      </a:cubicBezTo>
                      <a:cubicBezTo>
                        <a:pt x="502" y="501"/>
                        <a:pt x="511" y="506"/>
                        <a:pt x="531" y="513"/>
                      </a:cubicBezTo>
                      <a:cubicBezTo>
                        <a:pt x="538" y="533"/>
                        <a:pt x="575" y="517"/>
                        <a:pt x="600" y="525"/>
                      </a:cubicBezTo>
                      <a:cubicBezTo>
                        <a:pt x="616" y="523"/>
                        <a:pt x="607" y="510"/>
                        <a:pt x="612" y="501"/>
                      </a:cubicBezTo>
                      <a:cubicBezTo>
                        <a:pt x="617" y="492"/>
                        <a:pt x="623" y="475"/>
                        <a:pt x="630" y="468"/>
                      </a:cubicBezTo>
                      <a:cubicBezTo>
                        <a:pt x="632" y="463"/>
                        <a:pt x="654" y="460"/>
                        <a:pt x="657" y="459"/>
                      </a:cubicBezTo>
                      <a:cubicBezTo>
                        <a:pt x="662" y="453"/>
                        <a:pt x="656" y="433"/>
                        <a:pt x="660" y="423"/>
                      </a:cubicBezTo>
                      <a:cubicBezTo>
                        <a:pt x="664" y="413"/>
                        <a:pt x="675" y="411"/>
                        <a:pt x="681" y="399"/>
                      </a:cubicBezTo>
                      <a:cubicBezTo>
                        <a:pt x="686" y="383"/>
                        <a:pt x="692" y="367"/>
                        <a:pt x="696" y="351"/>
                      </a:cubicBezTo>
                      <a:cubicBezTo>
                        <a:pt x="699" y="336"/>
                        <a:pt x="703" y="324"/>
                        <a:pt x="708" y="315"/>
                      </a:cubicBezTo>
                      <a:cubicBezTo>
                        <a:pt x="713" y="306"/>
                        <a:pt x="724" y="302"/>
                        <a:pt x="729" y="294"/>
                      </a:cubicBezTo>
                      <a:cubicBezTo>
                        <a:pt x="744" y="248"/>
                        <a:pt x="727" y="296"/>
                        <a:pt x="741" y="267"/>
                      </a:cubicBezTo>
                      <a:cubicBezTo>
                        <a:pt x="753" y="244"/>
                        <a:pt x="748" y="217"/>
                        <a:pt x="777" y="207"/>
                      </a:cubicBezTo>
                      <a:cubicBezTo>
                        <a:pt x="783" y="201"/>
                        <a:pt x="793" y="200"/>
                        <a:pt x="795" y="192"/>
                      </a:cubicBezTo>
                      <a:cubicBezTo>
                        <a:pt x="809" y="142"/>
                        <a:pt x="787" y="166"/>
                        <a:pt x="816" y="147"/>
                      </a:cubicBezTo>
                      <a:cubicBezTo>
                        <a:pt x="818" y="144"/>
                        <a:pt x="819" y="140"/>
                        <a:pt x="822" y="138"/>
                      </a:cubicBezTo>
                      <a:cubicBezTo>
                        <a:pt x="824" y="136"/>
                        <a:pt x="829" y="137"/>
                        <a:pt x="831" y="135"/>
                      </a:cubicBezTo>
                      <a:cubicBezTo>
                        <a:pt x="838" y="128"/>
                        <a:pt x="833" y="116"/>
                        <a:pt x="837" y="108"/>
                      </a:cubicBezTo>
                      <a:cubicBezTo>
                        <a:pt x="842" y="99"/>
                        <a:pt x="867" y="99"/>
                        <a:pt x="870" y="99"/>
                      </a:cubicBezTo>
                      <a:cubicBezTo>
                        <a:pt x="888" y="93"/>
                        <a:pt x="882" y="80"/>
                        <a:pt x="894" y="69"/>
                      </a:cubicBezTo>
                      <a:cubicBezTo>
                        <a:pt x="899" y="64"/>
                        <a:pt x="912" y="57"/>
                        <a:pt x="912" y="57"/>
                      </a:cubicBezTo>
                      <a:cubicBezTo>
                        <a:pt x="916" y="46"/>
                        <a:pt x="912" y="33"/>
                        <a:pt x="918" y="24"/>
                      </a:cubicBezTo>
                      <a:cubicBezTo>
                        <a:pt x="923" y="16"/>
                        <a:pt x="945" y="15"/>
                        <a:pt x="945" y="15"/>
                      </a:cubicBezTo>
                      <a:lnTo>
                        <a:pt x="972" y="0"/>
                      </a:lnTo>
                      <a:lnTo>
                        <a:pt x="996" y="18"/>
                      </a:lnTo>
                      <a:lnTo>
                        <a:pt x="1023" y="18"/>
                      </a:lnTo>
                      <a:lnTo>
                        <a:pt x="1026" y="36"/>
                      </a:lnTo>
                      <a:cubicBezTo>
                        <a:pt x="1026" y="36"/>
                        <a:pt x="1026" y="36"/>
                        <a:pt x="1026" y="36"/>
                      </a:cubicBezTo>
                      <a:cubicBezTo>
                        <a:pt x="1029" y="38"/>
                        <a:pt x="1032" y="40"/>
                        <a:pt x="1035" y="42"/>
                      </a:cubicBezTo>
                      <a:cubicBezTo>
                        <a:pt x="1041" y="59"/>
                        <a:pt x="1036" y="62"/>
                        <a:pt x="1056" y="66"/>
                      </a:cubicBezTo>
                      <a:cubicBezTo>
                        <a:pt x="1052" y="81"/>
                        <a:pt x="1053" y="74"/>
                        <a:pt x="1053" y="87"/>
                      </a:cubicBezTo>
                    </a:path>
                  </a:pathLst>
                </a:custGeom>
                <a:solidFill>
                  <a:srgbClr val="CCFFFF"/>
                </a:solidFill>
                <a:ln w="12700" cap="flat" cmpd="sng">
                  <a:solidFill>
                    <a:srgbClr val="022E86"/>
                  </a:solidFill>
                  <a:prstDash val="sysDot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25"/>
                <p:cNvSpPr/>
                <p:nvPr/>
              </p:nvSpPr>
              <p:spPr bwMode="auto">
                <a:xfrm>
                  <a:off x="1119" y="2689"/>
                  <a:ext cx="1767" cy="1194"/>
                </a:xfrm>
                <a:custGeom>
                  <a:avLst/>
                  <a:gdLst>
                    <a:gd name="T0" fmla="*/ 560 w 1767"/>
                    <a:gd name="T1" fmla="*/ 16 h 1194"/>
                    <a:gd name="T2" fmla="*/ 462 w 1767"/>
                    <a:gd name="T3" fmla="*/ 32 h 1194"/>
                    <a:gd name="T4" fmla="*/ 422 w 1767"/>
                    <a:gd name="T5" fmla="*/ 26 h 1194"/>
                    <a:gd name="T6" fmla="*/ 344 w 1767"/>
                    <a:gd name="T7" fmla="*/ 34 h 1194"/>
                    <a:gd name="T8" fmla="*/ 324 w 1767"/>
                    <a:gd name="T9" fmla="*/ 94 h 1194"/>
                    <a:gd name="T10" fmla="*/ 348 w 1767"/>
                    <a:gd name="T11" fmla="*/ 172 h 1194"/>
                    <a:gd name="T12" fmla="*/ 332 w 1767"/>
                    <a:gd name="T13" fmla="*/ 235 h 1194"/>
                    <a:gd name="T14" fmla="*/ 294 w 1767"/>
                    <a:gd name="T15" fmla="*/ 253 h 1194"/>
                    <a:gd name="T16" fmla="*/ 261 w 1767"/>
                    <a:gd name="T17" fmla="*/ 283 h 1194"/>
                    <a:gd name="T18" fmla="*/ 267 w 1767"/>
                    <a:gd name="T19" fmla="*/ 328 h 1194"/>
                    <a:gd name="T20" fmla="*/ 252 w 1767"/>
                    <a:gd name="T21" fmla="*/ 388 h 1194"/>
                    <a:gd name="T22" fmla="*/ 294 w 1767"/>
                    <a:gd name="T23" fmla="*/ 428 h 1194"/>
                    <a:gd name="T24" fmla="*/ 369 w 1767"/>
                    <a:gd name="T25" fmla="*/ 479 h 1194"/>
                    <a:gd name="T26" fmla="*/ 389 w 1767"/>
                    <a:gd name="T27" fmla="*/ 563 h 1194"/>
                    <a:gd name="T28" fmla="*/ 362 w 1767"/>
                    <a:gd name="T29" fmla="*/ 682 h 1194"/>
                    <a:gd name="T30" fmla="*/ 306 w 1767"/>
                    <a:gd name="T31" fmla="*/ 716 h 1194"/>
                    <a:gd name="T32" fmla="*/ 192 w 1767"/>
                    <a:gd name="T33" fmla="*/ 731 h 1194"/>
                    <a:gd name="T34" fmla="*/ 126 w 1767"/>
                    <a:gd name="T35" fmla="*/ 725 h 1194"/>
                    <a:gd name="T36" fmla="*/ 62 w 1767"/>
                    <a:gd name="T37" fmla="*/ 760 h 1194"/>
                    <a:gd name="T38" fmla="*/ 0 w 1767"/>
                    <a:gd name="T39" fmla="*/ 818 h 1194"/>
                    <a:gd name="T40" fmla="*/ 27 w 1767"/>
                    <a:gd name="T41" fmla="*/ 919 h 1194"/>
                    <a:gd name="T42" fmla="*/ 80 w 1767"/>
                    <a:gd name="T43" fmla="*/ 1006 h 1194"/>
                    <a:gd name="T44" fmla="*/ 158 w 1767"/>
                    <a:gd name="T45" fmla="*/ 1051 h 1194"/>
                    <a:gd name="T46" fmla="*/ 200 w 1767"/>
                    <a:gd name="T47" fmla="*/ 1097 h 1194"/>
                    <a:gd name="T48" fmla="*/ 245 w 1767"/>
                    <a:gd name="T49" fmla="*/ 1028 h 1194"/>
                    <a:gd name="T50" fmla="*/ 324 w 1767"/>
                    <a:gd name="T51" fmla="*/ 991 h 1194"/>
                    <a:gd name="T52" fmla="*/ 440 w 1767"/>
                    <a:gd name="T53" fmla="*/ 971 h 1194"/>
                    <a:gd name="T54" fmla="*/ 485 w 1767"/>
                    <a:gd name="T55" fmla="*/ 866 h 1194"/>
                    <a:gd name="T56" fmla="*/ 593 w 1767"/>
                    <a:gd name="T57" fmla="*/ 850 h 1194"/>
                    <a:gd name="T58" fmla="*/ 669 w 1767"/>
                    <a:gd name="T59" fmla="*/ 869 h 1194"/>
                    <a:gd name="T60" fmla="*/ 770 w 1767"/>
                    <a:gd name="T61" fmla="*/ 887 h 1194"/>
                    <a:gd name="T62" fmla="*/ 869 w 1767"/>
                    <a:gd name="T63" fmla="*/ 940 h 1194"/>
                    <a:gd name="T64" fmla="*/ 956 w 1767"/>
                    <a:gd name="T65" fmla="*/ 970 h 1194"/>
                    <a:gd name="T66" fmla="*/ 1035 w 1767"/>
                    <a:gd name="T67" fmla="*/ 941 h 1194"/>
                    <a:gd name="T68" fmla="*/ 1151 w 1767"/>
                    <a:gd name="T69" fmla="*/ 932 h 1194"/>
                    <a:gd name="T70" fmla="*/ 1232 w 1767"/>
                    <a:gd name="T71" fmla="*/ 1004 h 1194"/>
                    <a:gd name="T72" fmla="*/ 1269 w 1767"/>
                    <a:gd name="T73" fmla="*/ 1088 h 1194"/>
                    <a:gd name="T74" fmla="*/ 1320 w 1767"/>
                    <a:gd name="T75" fmla="*/ 1163 h 1194"/>
                    <a:gd name="T76" fmla="*/ 1374 w 1767"/>
                    <a:gd name="T77" fmla="*/ 1163 h 1194"/>
                    <a:gd name="T78" fmla="*/ 1422 w 1767"/>
                    <a:gd name="T79" fmla="*/ 1075 h 1194"/>
                    <a:gd name="T80" fmla="*/ 1485 w 1767"/>
                    <a:gd name="T81" fmla="*/ 986 h 1194"/>
                    <a:gd name="T82" fmla="*/ 1557 w 1767"/>
                    <a:gd name="T83" fmla="*/ 937 h 1194"/>
                    <a:gd name="T84" fmla="*/ 1637 w 1767"/>
                    <a:gd name="T85" fmla="*/ 892 h 1194"/>
                    <a:gd name="T86" fmla="*/ 1757 w 1767"/>
                    <a:gd name="T87" fmla="*/ 869 h 1194"/>
                    <a:gd name="T88" fmla="*/ 1713 w 1767"/>
                    <a:gd name="T89" fmla="*/ 788 h 1194"/>
                    <a:gd name="T90" fmla="*/ 1677 w 1767"/>
                    <a:gd name="T91" fmla="*/ 716 h 1194"/>
                    <a:gd name="T92" fmla="*/ 1701 w 1767"/>
                    <a:gd name="T93" fmla="*/ 626 h 1194"/>
                    <a:gd name="T94" fmla="*/ 1629 w 1767"/>
                    <a:gd name="T95" fmla="*/ 527 h 1194"/>
                    <a:gd name="T96" fmla="*/ 1569 w 1767"/>
                    <a:gd name="T97" fmla="*/ 451 h 1194"/>
                    <a:gd name="T98" fmla="*/ 1488 w 1767"/>
                    <a:gd name="T99" fmla="*/ 422 h 1194"/>
                    <a:gd name="T100" fmla="*/ 1416 w 1767"/>
                    <a:gd name="T101" fmla="*/ 398 h 1194"/>
                    <a:gd name="T102" fmla="*/ 1296 w 1767"/>
                    <a:gd name="T103" fmla="*/ 371 h 1194"/>
                    <a:gd name="T104" fmla="*/ 1200 w 1767"/>
                    <a:gd name="T105" fmla="*/ 277 h 1194"/>
                    <a:gd name="T106" fmla="*/ 1124 w 1767"/>
                    <a:gd name="T107" fmla="*/ 232 h 1194"/>
                    <a:gd name="T108" fmla="*/ 1017 w 1767"/>
                    <a:gd name="T109" fmla="*/ 257 h 1194"/>
                    <a:gd name="T110" fmla="*/ 888 w 1767"/>
                    <a:gd name="T111" fmla="*/ 263 h 1194"/>
                    <a:gd name="T112" fmla="*/ 777 w 1767"/>
                    <a:gd name="T113" fmla="*/ 191 h 1194"/>
                    <a:gd name="T114" fmla="*/ 684 w 1767"/>
                    <a:gd name="T115" fmla="*/ 122 h 1194"/>
                    <a:gd name="T116" fmla="*/ 575 w 1767"/>
                    <a:gd name="T117" fmla="*/ 11 h 1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767" h="1194">
                      <a:moveTo>
                        <a:pt x="575" y="11"/>
                      </a:moveTo>
                      <a:cubicBezTo>
                        <a:pt x="569" y="0"/>
                        <a:pt x="571" y="13"/>
                        <a:pt x="570" y="13"/>
                      </a:cubicBezTo>
                      <a:cubicBezTo>
                        <a:pt x="569" y="13"/>
                        <a:pt x="569" y="11"/>
                        <a:pt x="567" y="11"/>
                      </a:cubicBezTo>
                      <a:cubicBezTo>
                        <a:pt x="565" y="11"/>
                        <a:pt x="564" y="15"/>
                        <a:pt x="560" y="16"/>
                      </a:cubicBezTo>
                      <a:cubicBezTo>
                        <a:pt x="556" y="17"/>
                        <a:pt x="551" y="18"/>
                        <a:pt x="542" y="20"/>
                      </a:cubicBezTo>
                      <a:cubicBezTo>
                        <a:pt x="533" y="22"/>
                        <a:pt x="517" y="23"/>
                        <a:pt x="507" y="26"/>
                      </a:cubicBezTo>
                      <a:cubicBezTo>
                        <a:pt x="499" y="31"/>
                        <a:pt x="480" y="38"/>
                        <a:pt x="480" y="38"/>
                      </a:cubicBezTo>
                      <a:cubicBezTo>
                        <a:pt x="474" y="36"/>
                        <a:pt x="468" y="34"/>
                        <a:pt x="462" y="32"/>
                      </a:cubicBezTo>
                      <a:cubicBezTo>
                        <a:pt x="459" y="31"/>
                        <a:pt x="453" y="32"/>
                        <a:pt x="453" y="32"/>
                      </a:cubicBezTo>
                      <a:cubicBezTo>
                        <a:pt x="447" y="37"/>
                        <a:pt x="444" y="35"/>
                        <a:pt x="441" y="35"/>
                      </a:cubicBezTo>
                      <a:cubicBezTo>
                        <a:pt x="438" y="35"/>
                        <a:pt x="435" y="36"/>
                        <a:pt x="432" y="35"/>
                      </a:cubicBezTo>
                      <a:cubicBezTo>
                        <a:pt x="429" y="34"/>
                        <a:pt x="426" y="28"/>
                        <a:pt x="422" y="26"/>
                      </a:cubicBezTo>
                      <a:cubicBezTo>
                        <a:pt x="418" y="24"/>
                        <a:pt x="414" y="25"/>
                        <a:pt x="410" y="25"/>
                      </a:cubicBezTo>
                      <a:cubicBezTo>
                        <a:pt x="406" y="24"/>
                        <a:pt x="402" y="21"/>
                        <a:pt x="396" y="23"/>
                      </a:cubicBezTo>
                      <a:cubicBezTo>
                        <a:pt x="390" y="25"/>
                        <a:pt x="384" y="36"/>
                        <a:pt x="375" y="38"/>
                      </a:cubicBezTo>
                      <a:cubicBezTo>
                        <a:pt x="366" y="40"/>
                        <a:pt x="351" y="34"/>
                        <a:pt x="344" y="34"/>
                      </a:cubicBezTo>
                      <a:cubicBezTo>
                        <a:pt x="337" y="34"/>
                        <a:pt x="336" y="35"/>
                        <a:pt x="333" y="38"/>
                      </a:cubicBezTo>
                      <a:cubicBezTo>
                        <a:pt x="331" y="44"/>
                        <a:pt x="326" y="46"/>
                        <a:pt x="326" y="52"/>
                      </a:cubicBezTo>
                      <a:cubicBezTo>
                        <a:pt x="324" y="58"/>
                        <a:pt x="322" y="56"/>
                        <a:pt x="324" y="73"/>
                      </a:cubicBezTo>
                      <a:cubicBezTo>
                        <a:pt x="324" y="80"/>
                        <a:pt x="324" y="88"/>
                        <a:pt x="324" y="94"/>
                      </a:cubicBezTo>
                      <a:cubicBezTo>
                        <a:pt x="324" y="100"/>
                        <a:pt x="325" y="106"/>
                        <a:pt x="327" y="112"/>
                      </a:cubicBezTo>
                      <a:cubicBezTo>
                        <a:pt x="329" y="118"/>
                        <a:pt x="332" y="124"/>
                        <a:pt x="335" y="131"/>
                      </a:cubicBezTo>
                      <a:cubicBezTo>
                        <a:pt x="338" y="138"/>
                        <a:pt x="342" y="148"/>
                        <a:pt x="344" y="155"/>
                      </a:cubicBezTo>
                      <a:cubicBezTo>
                        <a:pt x="345" y="161"/>
                        <a:pt x="352" y="159"/>
                        <a:pt x="348" y="172"/>
                      </a:cubicBezTo>
                      <a:cubicBezTo>
                        <a:pt x="348" y="178"/>
                        <a:pt x="348" y="184"/>
                        <a:pt x="347" y="190"/>
                      </a:cubicBezTo>
                      <a:cubicBezTo>
                        <a:pt x="346" y="196"/>
                        <a:pt x="345" y="201"/>
                        <a:pt x="344" y="206"/>
                      </a:cubicBezTo>
                      <a:cubicBezTo>
                        <a:pt x="343" y="211"/>
                        <a:pt x="343" y="216"/>
                        <a:pt x="341" y="221"/>
                      </a:cubicBezTo>
                      <a:cubicBezTo>
                        <a:pt x="339" y="226"/>
                        <a:pt x="336" y="233"/>
                        <a:pt x="332" y="235"/>
                      </a:cubicBezTo>
                      <a:cubicBezTo>
                        <a:pt x="328" y="237"/>
                        <a:pt x="322" y="231"/>
                        <a:pt x="318" y="233"/>
                      </a:cubicBezTo>
                      <a:cubicBezTo>
                        <a:pt x="314" y="234"/>
                        <a:pt x="316" y="244"/>
                        <a:pt x="309" y="247"/>
                      </a:cubicBezTo>
                      <a:cubicBezTo>
                        <a:pt x="307" y="250"/>
                        <a:pt x="305" y="252"/>
                        <a:pt x="303" y="253"/>
                      </a:cubicBezTo>
                      <a:cubicBezTo>
                        <a:pt x="301" y="254"/>
                        <a:pt x="299" y="253"/>
                        <a:pt x="294" y="253"/>
                      </a:cubicBezTo>
                      <a:cubicBezTo>
                        <a:pt x="289" y="253"/>
                        <a:pt x="277" y="250"/>
                        <a:pt x="273" y="250"/>
                      </a:cubicBezTo>
                      <a:cubicBezTo>
                        <a:pt x="269" y="250"/>
                        <a:pt x="269" y="248"/>
                        <a:pt x="267" y="250"/>
                      </a:cubicBezTo>
                      <a:cubicBezTo>
                        <a:pt x="265" y="252"/>
                        <a:pt x="261" y="258"/>
                        <a:pt x="260" y="263"/>
                      </a:cubicBezTo>
                      <a:cubicBezTo>
                        <a:pt x="259" y="268"/>
                        <a:pt x="261" y="278"/>
                        <a:pt x="261" y="283"/>
                      </a:cubicBezTo>
                      <a:cubicBezTo>
                        <a:pt x="261" y="288"/>
                        <a:pt x="262" y="291"/>
                        <a:pt x="263" y="295"/>
                      </a:cubicBezTo>
                      <a:cubicBezTo>
                        <a:pt x="264" y="299"/>
                        <a:pt x="266" y="304"/>
                        <a:pt x="267" y="307"/>
                      </a:cubicBezTo>
                      <a:cubicBezTo>
                        <a:pt x="267" y="310"/>
                        <a:pt x="276" y="295"/>
                        <a:pt x="272" y="314"/>
                      </a:cubicBezTo>
                      <a:cubicBezTo>
                        <a:pt x="272" y="317"/>
                        <a:pt x="269" y="324"/>
                        <a:pt x="267" y="328"/>
                      </a:cubicBezTo>
                      <a:cubicBezTo>
                        <a:pt x="265" y="332"/>
                        <a:pt x="261" y="336"/>
                        <a:pt x="260" y="340"/>
                      </a:cubicBezTo>
                      <a:cubicBezTo>
                        <a:pt x="259" y="344"/>
                        <a:pt x="258" y="350"/>
                        <a:pt x="258" y="355"/>
                      </a:cubicBezTo>
                      <a:cubicBezTo>
                        <a:pt x="258" y="360"/>
                        <a:pt x="258" y="368"/>
                        <a:pt x="257" y="373"/>
                      </a:cubicBezTo>
                      <a:cubicBezTo>
                        <a:pt x="256" y="378"/>
                        <a:pt x="253" y="383"/>
                        <a:pt x="252" y="388"/>
                      </a:cubicBezTo>
                      <a:cubicBezTo>
                        <a:pt x="251" y="393"/>
                        <a:pt x="250" y="401"/>
                        <a:pt x="249" y="406"/>
                      </a:cubicBezTo>
                      <a:cubicBezTo>
                        <a:pt x="248" y="411"/>
                        <a:pt x="243" y="412"/>
                        <a:pt x="245" y="416"/>
                      </a:cubicBezTo>
                      <a:cubicBezTo>
                        <a:pt x="248" y="419"/>
                        <a:pt x="256" y="426"/>
                        <a:pt x="264" y="428"/>
                      </a:cubicBezTo>
                      <a:cubicBezTo>
                        <a:pt x="272" y="430"/>
                        <a:pt x="286" y="428"/>
                        <a:pt x="294" y="428"/>
                      </a:cubicBezTo>
                      <a:cubicBezTo>
                        <a:pt x="305" y="432"/>
                        <a:pt x="307" y="425"/>
                        <a:pt x="312" y="428"/>
                      </a:cubicBezTo>
                      <a:cubicBezTo>
                        <a:pt x="317" y="431"/>
                        <a:pt x="321" y="443"/>
                        <a:pt x="327" y="449"/>
                      </a:cubicBezTo>
                      <a:cubicBezTo>
                        <a:pt x="348" y="463"/>
                        <a:pt x="332" y="441"/>
                        <a:pt x="347" y="467"/>
                      </a:cubicBezTo>
                      <a:cubicBezTo>
                        <a:pt x="352" y="475"/>
                        <a:pt x="364" y="478"/>
                        <a:pt x="369" y="479"/>
                      </a:cubicBezTo>
                      <a:cubicBezTo>
                        <a:pt x="376" y="485"/>
                        <a:pt x="374" y="498"/>
                        <a:pt x="377" y="505"/>
                      </a:cubicBezTo>
                      <a:cubicBezTo>
                        <a:pt x="380" y="512"/>
                        <a:pt x="387" y="514"/>
                        <a:pt x="389" y="520"/>
                      </a:cubicBezTo>
                      <a:cubicBezTo>
                        <a:pt x="391" y="526"/>
                        <a:pt x="387" y="532"/>
                        <a:pt x="387" y="539"/>
                      </a:cubicBezTo>
                      <a:cubicBezTo>
                        <a:pt x="390" y="553"/>
                        <a:pt x="389" y="553"/>
                        <a:pt x="389" y="563"/>
                      </a:cubicBezTo>
                      <a:cubicBezTo>
                        <a:pt x="389" y="573"/>
                        <a:pt x="384" y="587"/>
                        <a:pt x="384" y="599"/>
                      </a:cubicBezTo>
                      <a:cubicBezTo>
                        <a:pt x="384" y="611"/>
                        <a:pt x="391" y="629"/>
                        <a:pt x="389" y="638"/>
                      </a:cubicBezTo>
                      <a:cubicBezTo>
                        <a:pt x="387" y="647"/>
                        <a:pt x="375" y="646"/>
                        <a:pt x="371" y="653"/>
                      </a:cubicBezTo>
                      <a:cubicBezTo>
                        <a:pt x="367" y="676"/>
                        <a:pt x="367" y="676"/>
                        <a:pt x="362" y="682"/>
                      </a:cubicBezTo>
                      <a:cubicBezTo>
                        <a:pt x="357" y="688"/>
                        <a:pt x="347" y="685"/>
                        <a:pt x="344" y="689"/>
                      </a:cubicBezTo>
                      <a:cubicBezTo>
                        <a:pt x="341" y="693"/>
                        <a:pt x="345" y="700"/>
                        <a:pt x="342" y="704"/>
                      </a:cubicBezTo>
                      <a:cubicBezTo>
                        <a:pt x="342" y="704"/>
                        <a:pt x="328" y="710"/>
                        <a:pt x="323" y="712"/>
                      </a:cubicBezTo>
                      <a:cubicBezTo>
                        <a:pt x="320" y="713"/>
                        <a:pt x="306" y="716"/>
                        <a:pt x="306" y="716"/>
                      </a:cubicBezTo>
                      <a:cubicBezTo>
                        <a:pt x="302" y="728"/>
                        <a:pt x="295" y="726"/>
                        <a:pt x="288" y="737"/>
                      </a:cubicBezTo>
                      <a:cubicBezTo>
                        <a:pt x="279" y="741"/>
                        <a:pt x="266" y="735"/>
                        <a:pt x="257" y="736"/>
                      </a:cubicBezTo>
                      <a:cubicBezTo>
                        <a:pt x="248" y="737"/>
                        <a:pt x="245" y="743"/>
                        <a:pt x="234" y="742"/>
                      </a:cubicBezTo>
                      <a:cubicBezTo>
                        <a:pt x="223" y="741"/>
                        <a:pt x="200" y="734"/>
                        <a:pt x="192" y="731"/>
                      </a:cubicBezTo>
                      <a:cubicBezTo>
                        <a:pt x="188" y="730"/>
                        <a:pt x="189" y="724"/>
                        <a:pt x="186" y="722"/>
                      </a:cubicBezTo>
                      <a:cubicBezTo>
                        <a:pt x="181" y="717"/>
                        <a:pt x="168" y="727"/>
                        <a:pt x="168" y="727"/>
                      </a:cubicBezTo>
                      <a:cubicBezTo>
                        <a:pt x="132" y="734"/>
                        <a:pt x="165" y="721"/>
                        <a:pt x="144" y="722"/>
                      </a:cubicBezTo>
                      <a:cubicBezTo>
                        <a:pt x="138" y="725"/>
                        <a:pt x="126" y="725"/>
                        <a:pt x="126" y="725"/>
                      </a:cubicBezTo>
                      <a:cubicBezTo>
                        <a:pt x="117" y="738"/>
                        <a:pt x="114" y="736"/>
                        <a:pt x="98" y="739"/>
                      </a:cubicBezTo>
                      <a:cubicBezTo>
                        <a:pt x="95" y="741"/>
                        <a:pt x="90" y="746"/>
                        <a:pt x="87" y="749"/>
                      </a:cubicBezTo>
                      <a:cubicBezTo>
                        <a:pt x="84" y="752"/>
                        <a:pt x="84" y="756"/>
                        <a:pt x="81" y="758"/>
                      </a:cubicBezTo>
                      <a:cubicBezTo>
                        <a:pt x="77" y="761"/>
                        <a:pt x="68" y="759"/>
                        <a:pt x="62" y="760"/>
                      </a:cubicBezTo>
                      <a:cubicBezTo>
                        <a:pt x="56" y="761"/>
                        <a:pt x="48" y="763"/>
                        <a:pt x="42" y="767"/>
                      </a:cubicBezTo>
                      <a:cubicBezTo>
                        <a:pt x="33" y="772"/>
                        <a:pt x="32" y="779"/>
                        <a:pt x="27" y="785"/>
                      </a:cubicBezTo>
                      <a:cubicBezTo>
                        <a:pt x="22" y="791"/>
                        <a:pt x="16" y="795"/>
                        <a:pt x="12" y="800"/>
                      </a:cubicBezTo>
                      <a:cubicBezTo>
                        <a:pt x="8" y="806"/>
                        <a:pt x="0" y="818"/>
                        <a:pt x="0" y="818"/>
                      </a:cubicBezTo>
                      <a:cubicBezTo>
                        <a:pt x="0" y="824"/>
                        <a:pt x="13" y="827"/>
                        <a:pt x="17" y="833"/>
                      </a:cubicBezTo>
                      <a:cubicBezTo>
                        <a:pt x="21" y="839"/>
                        <a:pt x="23" y="847"/>
                        <a:pt x="24" y="856"/>
                      </a:cubicBezTo>
                      <a:cubicBezTo>
                        <a:pt x="31" y="877"/>
                        <a:pt x="13" y="872"/>
                        <a:pt x="23" y="886"/>
                      </a:cubicBezTo>
                      <a:cubicBezTo>
                        <a:pt x="25" y="896"/>
                        <a:pt x="25" y="908"/>
                        <a:pt x="27" y="919"/>
                      </a:cubicBezTo>
                      <a:cubicBezTo>
                        <a:pt x="29" y="930"/>
                        <a:pt x="30" y="942"/>
                        <a:pt x="33" y="950"/>
                      </a:cubicBezTo>
                      <a:cubicBezTo>
                        <a:pt x="37" y="956"/>
                        <a:pt x="38" y="966"/>
                        <a:pt x="45" y="968"/>
                      </a:cubicBezTo>
                      <a:cubicBezTo>
                        <a:pt x="54" y="971"/>
                        <a:pt x="72" y="977"/>
                        <a:pt x="72" y="977"/>
                      </a:cubicBezTo>
                      <a:cubicBezTo>
                        <a:pt x="78" y="983"/>
                        <a:pt x="75" y="1001"/>
                        <a:pt x="80" y="1006"/>
                      </a:cubicBezTo>
                      <a:cubicBezTo>
                        <a:pt x="85" y="1011"/>
                        <a:pt x="94" y="1008"/>
                        <a:pt x="102" y="1010"/>
                      </a:cubicBezTo>
                      <a:cubicBezTo>
                        <a:pt x="110" y="1018"/>
                        <a:pt x="123" y="1014"/>
                        <a:pt x="129" y="1019"/>
                      </a:cubicBezTo>
                      <a:cubicBezTo>
                        <a:pt x="135" y="1024"/>
                        <a:pt x="133" y="1035"/>
                        <a:pt x="138" y="1040"/>
                      </a:cubicBezTo>
                      <a:cubicBezTo>
                        <a:pt x="146" y="1063"/>
                        <a:pt x="142" y="1032"/>
                        <a:pt x="158" y="1051"/>
                      </a:cubicBezTo>
                      <a:cubicBezTo>
                        <a:pt x="163" y="1056"/>
                        <a:pt x="165" y="1062"/>
                        <a:pt x="170" y="1066"/>
                      </a:cubicBezTo>
                      <a:cubicBezTo>
                        <a:pt x="175" y="1070"/>
                        <a:pt x="182" y="1072"/>
                        <a:pt x="186" y="1078"/>
                      </a:cubicBezTo>
                      <a:cubicBezTo>
                        <a:pt x="194" y="1089"/>
                        <a:pt x="184" y="1090"/>
                        <a:pt x="192" y="1102"/>
                      </a:cubicBezTo>
                      <a:cubicBezTo>
                        <a:pt x="194" y="1105"/>
                        <a:pt x="198" y="1099"/>
                        <a:pt x="200" y="1097"/>
                      </a:cubicBezTo>
                      <a:cubicBezTo>
                        <a:pt x="203" y="1093"/>
                        <a:pt x="213" y="1086"/>
                        <a:pt x="216" y="1085"/>
                      </a:cubicBezTo>
                      <a:cubicBezTo>
                        <a:pt x="223" y="1074"/>
                        <a:pt x="208" y="1068"/>
                        <a:pt x="219" y="1061"/>
                      </a:cubicBezTo>
                      <a:cubicBezTo>
                        <a:pt x="223" y="1054"/>
                        <a:pt x="221" y="1051"/>
                        <a:pt x="225" y="1045"/>
                      </a:cubicBezTo>
                      <a:cubicBezTo>
                        <a:pt x="229" y="1039"/>
                        <a:pt x="239" y="1033"/>
                        <a:pt x="245" y="1028"/>
                      </a:cubicBezTo>
                      <a:cubicBezTo>
                        <a:pt x="251" y="1023"/>
                        <a:pt x="256" y="1018"/>
                        <a:pt x="263" y="1015"/>
                      </a:cubicBezTo>
                      <a:cubicBezTo>
                        <a:pt x="270" y="1012"/>
                        <a:pt x="279" y="1013"/>
                        <a:pt x="285" y="1010"/>
                      </a:cubicBezTo>
                      <a:cubicBezTo>
                        <a:pt x="297" y="1001"/>
                        <a:pt x="293" y="998"/>
                        <a:pt x="299" y="995"/>
                      </a:cubicBezTo>
                      <a:cubicBezTo>
                        <a:pt x="305" y="992"/>
                        <a:pt x="315" y="992"/>
                        <a:pt x="324" y="991"/>
                      </a:cubicBezTo>
                      <a:cubicBezTo>
                        <a:pt x="332" y="987"/>
                        <a:pt x="341" y="991"/>
                        <a:pt x="351" y="991"/>
                      </a:cubicBezTo>
                      <a:cubicBezTo>
                        <a:pt x="361" y="991"/>
                        <a:pt x="375" y="991"/>
                        <a:pt x="386" y="992"/>
                      </a:cubicBezTo>
                      <a:cubicBezTo>
                        <a:pt x="397" y="993"/>
                        <a:pt x="411" y="999"/>
                        <a:pt x="420" y="995"/>
                      </a:cubicBezTo>
                      <a:cubicBezTo>
                        <a:pt x="439" y="991"/>
                        <a:pt x="431" y="975"/>
                        <a:pt x="440" y="971"/>
                      </a:cubicBezTo>
                      <a:cubicBezTo>
                        <a:pt x="449" y="967"/>
                        <a:pt x="464" y="978"/>
                        <a:pt x="474" y="971"/>
                      </a:cubicBezTo>
                      <a:cubicBezTo>
                        <a:pt x="487" y="958"/>
                        <a:pt x="498" y="946"/>
                        <a:pt x="501" y="929"/>
                      </a:cubicBezTo>
                      <a:cubicBezTo>
                        <a:pt x="504" y="919"/>
                        <a:pt x="492" y="920"/>
                        <a:pt x="489" y="910"/>
                      </a:cubicBezTo>
                      <a:cubicBezTo>
                        <a:pt x="486" y="900"/>
                        <a:pt x="483" y="875"/>
                        <a:pt x="485" y="866"/>
                      </a:cubicBezTo>
                      <a:cubicBezTo>
                        <a:pt x="485" y="853"/>
                        <a:pt x="495" y="860"/>
                        <a:pt x="501" y="857"/>
                      </a:cubicBezTo>
                      <a:cubicBezTo>
                        <a:pt x="507" y="854"/>
                        <a:pt x="513" y="849"/>
                        <a:pt x="521" y="847"/>
                      </a:cubicBezTo>
                      <a:cubicBezTo>
                        <a:pt x="529" y="845"/>
                        <a:pt x="540" y="841"/>
                        <a:pt x="552" y="842"/>
                      </a:cubicBezTo>
                      <a:cubicBezTo>
                        <a:pt x="564" y="843"/>
                        <a:pt x="584" y="847"/>
                        <a:pt x="593" y="850"/>
                      </a:cubicBezTo>
                      <a:cubicBezTo>
                        <a:pt x="616" y="848"/>
                        <a:pt x="601" y="860"/>
                        <a:pt x="605" y="863"/>
                      </a:cubicBezTo>
                      <a:cubicBezTo>
                        <a:pt x="609" y="866"/>
                        <a:pt x="616" y="868"/>
                        <a:pt x="620" y="868"/>
                      </a:cubicBezTo>
                      <a:cubicBezTo>
                        <a:pt x="624" y="868"/>
                        <a:pt x="624" y="865"/>
                        <a:pt x="632" y="865"/>
                      </a:cubicBezTo>
                      <a:cubicBezTo>
                        <a:pt x="640" y="865"/>
                        <a:pt x="658" y="868"/>
                        <a:pt x="669" y="869"/>
                      </a:cubicBezTo>
                      <a:cubicBezTo>
                        <a:pt x="676" y="867"/>
                        <a:pt x="689" y="862"/>
                        <a:pt x="696" y="869"/>
                      </a:cubicBezTo>
                      <a:cubicBezTo>
                        <a:pt x="710" y="883"/>
                        <a:pt x="693" y="889"/>
                        <a:pt x="711" y="890"/>
                      </a:cubicBezTo>
                      <a:cubicBezTo>
                        <a:pt x="719" y="893"/>
                        <a:pt x="734" y="892"/>
                        <a:pt x="744" y="892"/>
                      </a:cubicBezTo>
                      <a:cubicBezTo>
                        <a:pt x="754" y="892"/>
                        <a:pt x="763" y="887"/>
                        <a:pt x="770" y="887"/>
                      </a:cubicBezTo>
                      <a:cubicBezTo>
                        <a:pt x="777" y="887"/>
                        <a:pt x="781" y="889"/>
                        <a:pt x="789" y="893"/>
                      </a:cubicBezTo>
                      <a:cubicBezTo>
                        <a:pt x="802" y="897"/>
                        <a:pt x="804" y="907"/>
                        <a:pt x="816" y="914"/>
                      </a:cubicBezTo>
                      <a:cubicBezTo>
                        <a:pt x="825" y="919"/>
                        <a:pt x="852" y="920"/>
                        <a:pt x="855" y="920"/>
                      </a:cubicBezTo>
                      <a:cubicBezTo>
                        <a:pt x="865" y="924"/>
                        <a:pt x="862" y="934"/>
                        <a:pt x="869" y="940"/>
                      </a:cubicBezTo>
                      <a:cubicBezTo>
                        <a:pt x="876" y="946"/>
                        <a:pt x="887" y="953"/>
                        <a:pt x="897" y="955"/>
                      </a:cubicBezTo>
                      <a:cubicBezTo>
                        <a:pt x="907" y="957"/>
                        <a:pt x="920" y="951"/>
                        <a:pt x="927" y="953"/>
                      </a:cubicBezTo>
                      <a:cubicBezTo>
                        <a:pt x="942" y="960"/>
                        <a:pt x="934" y="965"/>
                        <a:pt x="939" y="968"/>
                      </a:cubicBezTo>
                      <a:cubicBezTo>
                        <a:pt x="944" y="971"/>
                        <a:pt x="952" y="971"/>
                        <a:pt x="956" y="970"/>
                      </a:cubicBezTo>
                      <a:cubicBezTo>
                        <a:pt x="960" y="969"/>
                        <a:pt x="957" y="960"/>
                        <a:pt x="963" y="959"/>
                      </a:cubicBezTo>
                      <a:cubicBezTo>
                        <a:pt x="974" y="957"/>
                        <a:pt x="993" y="962"/>
                        <a:pt x="993" y="962"/>
                      </a:cubicBezTo>
                      <a:cubicBezTo>
                        <a:pt x="1006" y="942"/>
                        <a:pt x="990" y="962"/>
                        <a:pt x="1026" y="950"/>
                      </a:cubicBezTo>
                      <a:cubicBezTo>
                        <a:pt x="1030" y="949"/>
                        <a:pt x="1032" y="944"/>
                        <a:pt x="1035" y="941"/>
                      </a:cubicBezTo>
                      <a:cubicBezTo>
                        <a:pt x="1046" y="932"/>
                        <a:pt x="1054" y="930"/>
                        <a:pt x="1068" y="928"/>
                      </a:cubicBezTo>
                      <a:cubicBezTo>
                        <a:pt x="1077" y="919"/>
                        <a:pt x="1080" y="912"/>
                        <a:pt x="1092" y="908"/>
                      </a:cubicBezTo>
                      <a:cubicBezTo>
                        <a:pt x="1103" y="910"/>
                        <a:pt x="1125" y="917"/>
                        <a:pt x="1125" y="917"/>
                      </a:cubicBezTo>
                      <a:cubicBezTo>
                        <a:pt x="1134" y="921"/>
                        <a:pt x="1141" y="929"/>
                        <a:pt x="1151" y="932"/>
                      </a:cubicBezTo>
                      <a:cubicBezTo>
                        <a:pt x="1161" y="935"/>
                        <a:pt x="1177" y="929"/>
                        <a:pt x="1185" y="932"/>
                      </a:cubicBezTo>
                      <a:cubicBezTo>
                        <a:pt x="1197" y="939"/>
                        <a:pt x="1197" y="948"/>
                        <a:pt x="1202" y="953"/>
                      </a:cubicBezTo>
                      <a:cubicBezTo>
                        <a:pt x="1207" y="958"/>
                        <a:pt x="1213" y="954"/>
                        <a:pt x="1218" y="962"/>
                      </a:cubicBezTo>
                      <a:cubicBezTo>
                        <a:pt x="1225" y="974"/>
                        <a:pt x="1230" y="992"/>
                        <a:pt x="1232" y="1004"/>
                      </a:cubicBezTo>
                      <a:cubicBezTo>
                        <a:pt x="1234" y="1016"/>
                        <a:pt x="1228" y="1026"/>
                        <a:pt x="1230" y="1033"/>
                      </a:cubicBezTo>
                      <a:cubicBezTo>
                        <a:pt x="1232" y="1040"/>
                        <a:pt x="1241" y="1041"/>
                        <a:pt x="1245" y="1048"/>
                      </a:cubicBezTo>
                      <a:cubicBezTo>
                        <a:pt x="1249" y="1055"/>
                        <a:pt x="1250" y="1066"/>
                        <a:pt x="1254" y="1073"/>
                      </a:cubicBezTo>
                      <a:cubicBezTo>
                        <a:pt x="1262" y="1094"/>
                        <a:pt x="1263" y="1083"/>
                        <a:pt x="1269" y="1088"/>
                      </a:cubicBezTo>
                      <a:cubicBezTo>
                        <a:pt x="1275" y="1093"/>
                        <a:pt x="1285" y="1097"/>
                        <a:pt x="1290" y="1106"/>
                      </a:cubicBezTo>
                      <a:cubicBezTo>
                        <a:pt x="1294" y="1117"/>
                        <a:pt x="1292" y="1138"/>
                        <a:pt x="1302" y="1144"/>
                      </a:cubicBezTo>
                      <a:cubicBezTo>
                        <a:pt x="1305" y="1146"/>
                        <a:pt x="1316" y="1146"/>
                        <a:pt x="1319" y="1148"/>
                      </a:cubicBezTo>
                      <a:cubicBezTo>
                        <a:pt x="1322" y="1149"/>
                        <a:pt x="1317" y="1161"/>
                        <a:pt x="1320" y="1163"/>
                      </a:cubicBezTo>
                      <a:cubicBezTo>
                        <a:pt x="1326" y="1167"/>
                        <a:pt x="1341" y="1172"/>
                        <a:pt x="1341" y="1172"/>
                      </a:cubicBezTo>
                      <a:cubicBezTo>
                        <a:pt x="1345" y="1175"/>
                        <a:pt x="1341" y="1184"/>
                        <a:pt x="1344" y="1187"/>
                      </a:cubicBezTo>
                      <a:cubicBezTo>
                        <a:pt x="1347" y="1190"/>
                        <a:pt x="1354" y="1194"/>
                        <a:pt x="1359" y="1190"/>
                      </a:cubicBezTo>
                      <a:cubicBezTo>
                        <a:pt x="1373" y="1169"/>
                        <a:pt x="1369" y="1179"/>
                        <a:pt x="1374" y="1163"/>
                      </a:cubicBezTo>
                      <a:cubicBezTo>
                        <a:pt x="1377" y="1145"/>
                        <a:pt x="1375" y="1136"/>
                        <a:pt x="1392" y="1130"/>
                      </a:cubicBezTo>
                      <a:cubicBezTo>
                        <a:pt x="1396" y="1120"/>
                        <a:pt x="1409" y="1120"/>
                        <a:pt x="1412" y="1112"/>
                      </a:cubicBezTo>
                      <a:cubicBezTo>
                        <a:pt x="1415" y="1104"/>
                        <a:pt x="1408" y="1087"/>
                        <a:pt x="1410" y="1081"/>
                      </a:cubicBezTo>
                      <a:cubicBezTo>
                        <a:pt x="1411" y="1074"/>
                        <a:pt x="1418" y="1079"/>
                        <a:pt x="1422" y="1075"/>
                      </a:cubicBezTo>
                      <a:cubicBezTo>
                        <a:pt x="1426" y="1071"/>
                        <a:pt x="1426" y="1065"/>
                        <a:pt x="1434" y="1058"/>
                      </a:cubicBezTo>
                      <a:cubicBezTo>
                        <a:pt x="1452" y="1031"/>
                        <a:pt x="1421" y="1038"/>
                        <a:pt x="1470" y="1031"/>
                      </a:cubicBezTo>
                      <a:cubicBezTo>
                        <a:pt x="1477" y="1023"/>
                        <a:pt x="1486" y="1019"/>
                        <a:pt x="1488" y="1012"/>
                      </a:cubicBezTo>
                      <a:cubicBezTo>
                        <a:pt x="1490" y="1005"/>
                        <a:pt x="1483" y="991"/>
                        <a:pt x="1485" y="986"/>
                      </a:cubicBezTo>
                      <a:cubicBezTo>
                        <a:pt x="1490" y="982"/>
                        <a:pt x="1497" y="982"/>
                        <a:pt x="1503" y="980"/>
                      </a:cubicBezTo>
                      <a:cubicBezTo>
                        <a:pt x="1510" y="978"/>
                        <a:pt x="1521" y="968"/>
                        <a:pt x="1521" y="968"/>
                      </a:cubicBezTo>
                      <a:cubicBezTo>
                        <a:pt x="1525" y="962"/>
                        <a:pt x="1532" y="952"/>
                        <a:pt x="1538" y="947"/>
                      </a:cubicBezTo>
                      <a:cubicBezTo>
                        <a:pt x="1544" y="942"/>
                        <a:pt x="1551" y="940"/>
                        <a:pt x="1557" y="937"/>
                      </a:cubicBezTo>
                      <a:cubicBezTo>
                        <a:pt x="1561" y="931"/>
                        <a:pt x="1569" y="930"/>
                        <a:pt x="1575" y="926"/>
                      </a:cubicBezTo>
                      <a:cubicBezTo>
                        <a:pt x="1579" y="922"/>
                        <a:pt x="1583" y="911"/>
                        <a:pt x="1590" y="908"/>
                      </a:cubicBezTo>
                      <a:cubicBezTo>
                        <a:pt x="1597" y="905"/>
                        <a:pt x="1609" y="913"/>
                        <a:pt x="1617" y="910"/>
                      </a:cubicBezTo>
                      <a:cubicBezTo>
                        <a:pt x="1630" y="906"/>
                        <a:pt x="1624" y="898"/>
                        <a:pt x="1637" y="892"/>
                      </a:cubicBezTo>
                      <a:cubicBezTo>
                        <a:pt x="1644" y="888"/>
                        <a:pt x="1654" y="886"/>
                        <a:pt x="1664" y="886"/>
                      </a:cubicBezTo>
                      <a:cubicBezTo>
                        <a:pt x="1674" y="886"/>
                        <a:pt x="1685" y="890"/>
                        <a:pt x="1695" y="890"/>
                      </a:cubicBezTo>
                      <a:cubicBezTo>
                        <a:pt x="1709" y="887"/>
                        <a:pt x="1717" y="889"/>
                        <a:pt x="1727" y="886"/>
                      </a:cubicBezTo>
                      <a:cubicBezTo>
                        <a:pt x="1737" y="883"/>
                        <a:pt x="1751" y="875"/>
                        <a:pt x="1757" y="869"/>
                      </a:cubicBezTo>
                      <a:cubicBezTo>
                        <a:pt x="1767" y="862"/>
                        <a:pt x="1764" y="853"/>
                        <a:pt x="1761" y="847"/>
                      </a:cubicBezTo>
                      <a:cubicBezTo>
                        <a:pt x="1758" y="841"/>
                        <a:pt x="1746" y="835"/>
                        <a:pt x="1740" y="830"/>
                      </a:cubicBezTo>
                      <a:cubicBezTo>
                        <a:pt x="1735" y="819"/>
                        <a:pt x="1728" y="824"/>
                        <a:pt x="1724" y="817"/>
                      </a:cubicBezTo>
                      <a:cubicBezTo>
                        <a:pt x="1720" y="810"/>
                        <a:pt x="1717" y="795"/>
                        <a:pt x="1713" y="788"/>
                      </a:cubicBezTo>
                      <a:cubicBezTo>
                        <a:pt x="1707" y="777"/>
                        <a:pt x="1703" y="782"/>
                        <a:pt x="1701" y="775"/>
                      </a:cubicBezTo>
                      <a:cubicBezTo>
                        <a:pt x="1699" y="768"/>
                        <a:pt x="1701" y="749"/>
                        <a:pt x="1698" y="743"/>
                      </a:cubicBezTo>
                      <a:cubicBezTo>
                        <a:pt x="1694" y="734"/>
                        <a:pt x="1686" y="743"/>
                        <a:pt x="1683" y="739"/>
                      </a:cubicBezTo>
                      <a:cubicBezTo>
                        <a:pt x="1680" y="735"/>
                        <a:pt x="1679" y="725"/>
                        <a:pt x="1677" y="716"/>
                      </a:cubicBezTo>
                      <a:cubicBezTo>
                        <a:pt x="1674" y="706"/>
                        <a:pt x="1671" y="696"/>
                        <a:pt x="1671" y="685"/>
                      </a:cubicBezTo>
                      <a:cubicBezTo>
                        <a:pt x="1671" y="674"/>
                        <a:pt x="1677" y="657"/>
                        <a:pt x="1680" y="650"/>
                      </a:cubicBezTo>
                      <a:cubicBezTo>
                        <a:pt x="1681" y="646"/>
                        <a:pt x="1687" y="647"/>
                        <a:pt x="1689" y="644"/>
                      </a:cubicBezTo>
                      <a:cubicBezTo>
                        <a:pt x="1694" y="639"/>
                        <a:pt x="1701" y="626"/>
                        <a:pt x="1701" y="626"/>
                      </a:cubicBezTo>
                      <a:cubicBezTo>
                        <a:pt x="1697" y="611"/>
                        <a:pt x="1697" y="608"/>
                        <a:pt x="1710" y="599"/>
                      </a:cubicBezTo>
                      <a:cubicBezTo>
                        <a:pt x="1712" y="596"/>
                        <a:pt x="1720" y="586"/>
                        <a:pt x="1719" y="581"/>
                      </a:cubicBezTo>
                      <a:cubicBezTo>
                        <a:pt x="1719" y="581"/>
                        <a:pt x="1676" y="531"/>
                        <a:pt x="1671" y="530"/>
                      </a:cubicBezTo>
                      <a:cubicBezTo>
                        <a:pt x="1657" y="527"/>
                        <a:pt x="1643" y="528"/>
                        <a:pt x="1629" y="527"/>
                      </a:cubicBezTo>
                      <a:cubicBezTo>
                        <a:pt x="1597" y="522"/>
                        <a:pt x="1611" y="517"/>
                        <a:pt x="1590" y="503"/>
                      </a:cubicBezTo>
                      <a:cubicBezTo>
                        <a:pt x="1583" y="496"/>
                        <a:pt x="1592" y="487"/>
                        <a:pt x="1590" y="481"/>
                      </a:cubicBezTo>
                      <a:cubicBezTo>
                        <a:pt x="1588" y="475"/>
                        <a:pt x="1578" y="472"/>
                        <a:pt x="1575" y="467"/>
                      </a:cubicBezTo>
                      <a:cubicBezTo>
                        <a:pt x="1572" y="458"/>
                        <a:pt x="1570" y="459"/>
                        <a:pt x="1569" y="451"/>
                      </a:cubicBezTo>
                      <a:cubicBezTo>
                        <a:pt x="1568" y="443"/>
                        <a:pt x="1571" y="425"/>
                        <a:pt x="1568" y="421"/>
                      </a:cubicBezTo>
                      <a:cubicBezTo>
                        <a:pt x="1565" y="417"/>
                        <a:pt x="1557" y="424"/>
                        <a:pt x="1548" y="424"/>
                      </a:cubicBezTo>
                      <a:cubicBezTo>
                        <a:pt x="1539" y="424"/>
                        <a:pt x="1525" y="424"/>
                        <a:pt x="1515" y="424"/>
                      </a:cubicBezTo>
                      <a:cubicBezTo>
                        <a:pt x="1505" y="424"/>
                        <a:pt x="1503" y="422"/>
                        <a:pt x="1488" y="422"/>
                      </a:cubicBezTo>
                      <a:cubicBezTo>
                        <a:pt x="1473" y="422"/>
                        <a:pt x="1434" y="425"/>
                        <a:pt x="1422" y="425"/>
                      </a:cubicBezTo>
                      <a:cubicBezTo>
                        <a:pt x="1395" y="417"/>
                        <a:pt x="1419" y="421"/>
                        <a:pt x="1418" y="419"/>
                      </a:cubicBezTo>
                      <a:cubicBezTo>
                        <a:pt x="1417" y="417"/>
                        <a:pt x="1416" y="418"/>
                        <a:pt x="1416" y="415"/>
                      </a:cubicBezTo>
                      <a:cubicBezTo>
                        <a:pt x="1416" y="412"/>
                        <a:pt x="1422" y="399"/>
                        <a:pt x="1416" y="398"/>
                      </a:cubicBezTo>
                      <a:cubicBezTo>
                        <a:pt x="1410" y="397"/>
                        <a:pt x="1392" y="406"/>
                        <a:pt x="1380" y="406"/>
                      </a:cubicBezTo>
                      <a:cubicBezTo>
                        <a:pt x="1368" y="406"/>
                        <a:pt x="1349" y="403"/>
                        <a:pt x="1341" y="398"/>
                      </a:cubicBezTo>
                      <a:cubicBezTo>
                        <a:pt x="1324" y="391"/>
                        <a:pt x="1336" y="378"/>
                        <a:pt x="1329" y="374"/>
                      </a:cubicBezTo>
                      <a:cubicBezTo>
                        <a:pt x="1322" y="370"/>
                        <a:pt x="1305" y="375"/>
                        <a:pt x="1296" y="371"/>
                      </a:cubicBezTo>
                      <a:cubicBezTo>
                        <a:pt x="1287" y="365"/>
                        <a:pt x="1283" y="355"/>
                        <a:pt x="1272" y="350"/>
                      </a:cubicBezTo>
                      <a:cubicBezTo>
                        <a:pt x="1240" y="336"/>
                        <a:pt x="1265" y="352"/>
                        <a:pt x="1245" y="338"/>
                      </a:cubicBezTo>
                      <a:cubicBezTo>
                        <a:pt x="1235" y="329"/>
                        <a:pt x="1231" y="300"/>
                        <a:pt x="1224" y="290"/>
                      </a:cubicBezTo>
                      <a:cubicBezTo>
                        <a:pt x="1217" y="280"/>
                        <a:pt x="1207" y="283"/>
                        <a:pt x="1200" y="277"/>
                      </a:cubicBezTo>
                      <a:cubicBezTo>
                        <a:pt x="1193" y="271"/>
                        <a:pt x="1192" y="260"/>
                        <a:pt x="1184" y="254"/>
                      </a:cubicBezTo>
                      <a:cubicBezTo>
                        <a:pt x="1176" y="248"/>
                        <a:pt x="1159" y="245"/>
                        <a:pt x="1152" y="242"/>
                      </a:cubicBezTo>
                      <a:cubicBezTo>
                        <a:pt x="1149" y="240"/>
                        <a:pt x="1147" y="236"/>
                        <a:pt x="1143" y="236"/>
                      </a:cubicBezTo>
                      <a:cubicBezTo>
                        <a:pt x="1137" y="236"/>
                        <a:pt x="1130" y="231"/>
                        <a:pt x="1124" y="232"/>
                      </a:cubicBezTo>
                      <a:cubicBezTo>
                        <a:pt x="1109" y="250"/>
                        <a:pt x="1103" y="244"/>
                        <a:pt x="1092" y="245"/>
                      </a:cubicBezTo>
                      <a:cubicBezTo>
                        <a:pt x="1090" y="253"/>
                        <a:pt x="1093" y="264"/>
                        <a:pt x="1086" y="269"/>
                      </a:cubicBezTo>
                      <a:cubicBezTo>
                        <a:pt x="1081" y="273"/>
                        <a:pt x="1068" y="275"/>
                        <a:pt x="1068" y="275"/>
                      </a:cubicBezTo>
                      <a:cubicBezTo>
                        <a:pt x="1019" y="271"/>
                        <a:pt x="1043" y="274"/>
                        <a:pt x="1017" y="257"/>
                      </a:cubicBezTo>
                      <a:cubicBezTo>
                        <a:pt x="1007" y="264"/>
                        <a:pt x="997" y="259"/>
                        <a:pt x="986" y="263"/>
                      </a:cubicBezTo>
                      <a:cubicBezTo>
                        <a:pt x="965" y="249"/>
                        <a:pt x="973" y="253"/>
                        <a:pt x="957" y="248"/>
                      </a:cubicBezTo>
                      <a:cubicBezTo>
                        <a:pt x="939" y="249"/>
                        <a:pt x="924" y="255"/>
                        <a:pt x="906" y="257"/>
                      </a:cubicBezTo>
                      <a:cubicBezTo>
                        <a:pt x="900" y="258"/>
                        <a:pt x="888" y="263"/>
                        <a:pt x="888" y="263"/>
                      </a:cubicBezTo>
                      <a:cubicBezTo>
                        <a:pt x="869" y="258"/>
                        <a:pt x="857" y="235"/>
                        <a:pt x="843" y="233"/>
                      </a:cubicBezTo>
                      <a:cubicBezTo>
                        <a:pt x="834" y="232"/>
                        <a:pt x="825" y="231"/>
                        <a:pt x="816" y="230"/>
                      </a:cubicBezTo>
                      <a:cubicBezTo>
                        <a:pt x="806" y="216"/>
                        <a:pt x="811" y="224"/>
                        <a:pt x="804" y="203"/>
                      </a:cubicBezTo>
                      <a:cubicBezTo>
                        <a:pt x="801" y="194"/>
                        <a:pt x="777" y="191"/>
                        <a:pt x="777" y="191"/>
                      </a:cubicBezTo>
                      <a:cubicBezTo>
                        <a:pt x="768" y="182"/>
                        <a:pt x="753" y="191"/>
                        <a:pt x="743" y="184"/>
                      </a:cubicBezTo>
                      <a:cubicBezTo>
                        <a:pt x="733" y="170"/>
                        <a:pt x="750" y="156"/>
                        <a:pt x="729" y="149"/>
                      </a:cubicBezTo>
                      <a:cubicBezTo>
                        <a:pt x="723" y="147"/>
                        <a:pt x="708" y="152"/>
                        <a:pt x="708" y="152"/>
                      </a:cubicBezTo>
                      <a:cubicBezTo>
                        <a:pt x="701" y="148"/>
                        <a:pt x="692" y="125"/>
                        <a:pt x="684" y="122"/>
                      </a:cubicBezTo>
                      <a:cubicBezTo>
                        <a:pt x="676" y="119"/>
                        <a:pt x="669" y="134"/>
                        <a:pt x="660" y="131"/>
                      </a:cubicBezTo>
                      <a:cubicBezTo>
                        <a:pt x="646" y="126"/>
                        <a:pt x="642" y="112"/>
                        <a:pt x="630" y="104"/>
                      </a:cubicBezTo>
                      <a:cubicBezTo>
                        <a:pt x="621" y="91"/>
                        <a:pt x="623" y="77"/>
                        <a:pt x="606" y="71"/>
                      </a:cubicBezTo>
                      <a:cubicBezTo>
                        <a:pt x="593" y="51"/>
                        <a:pt x="609" y="11"/>
                        <a:pt x="575" y="11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12700" cap="flat" cmpd="sng">
                  <a:solidFill>
                    <a:srgbClr val="FF0000"/>
                  </a:solidFill>
                  <a:prstDash val="sysDot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6" name="Freeform 26"/>
              <p:cNvSpPr/>
              <p:nvPr/>
            </p:nvSpPr>
            <p:spPr bwMode="auto">
              <a:xfrm>
                <a:off x="4070" y="2667"/>
                <a:ext cx="135" cy="110"/>
              </a:xfrm>
              <a:custGeom>
                <a:avLst/>
                <a:gdLst>
                  <a:gd name="T0" fmla="*/ 44 w 135"/>
                  <a:gd name="T1" fmla="*/ 13 h 110"/>
                  <a:gd name="T2" fmla="*/ 32 w 135"/>
                  <a:gd name="T3" fmla="*/ 29 h 110"/>
                  <a:gd name="T4" fmla="*/ 9 w 135"/>
                  <a:gd name="T5" fmla="*/ 32 h 110"/>
                  <a:gd name="T6" fmla="*/ 3 w 135"/>
                  <a:gd name="T7" fmla="*/ 50 h 110"/>
                  <a:gd name="T8" fmla="*/ 21 w 135"/>
                  <a:gd name="T9" fmla="*/ 56 h 110"/>
                  <a:gd name="T10" fmla="*/ 44 w 135"/>
                  <a:gd name="T11" fmla="*/ 89 h 110"/>
                  <a:gd name="T12" fmla="*/ 65 w 135"/>
                  <a:gd name="T13" fmla="*/ 83 h 110"/>
                  <a:gd name="T14" fmla="*/ 87 w 135"/>
                  <a:gd name="T15" fmla="*/ 86 h 110"/>
                  <a:gd name="T16" fmla="*/ 104 w 135"/>
                  <a:gd name="T17" fmla="*/ 103 h 110"/>
                  <a:gd name="T18" fmla="*/ 129 w 135"/>
                  <a:gd name="T19" fmla="*/ 106 h 110"/>
                  <a:gd name="T20" fmla="*/ 131 w 135"/>
                  <a:gd name="T21" fmla="*/ 79 h 110"/>
                  <a:gd name="T22" fmla="*/ 135 w 135"/>
                  <a:gd name="T23" fmla="*/ 68 h 110"/>
                  <a:gd name="T24" fmla="*/ 129 w 135"/>
                  <a:gd name="T25" fmla="*/ 49 h 110"/>
                  <a:gd name="T26" fmla="*/ 111 w 135"/>
                  <a:gd name="T27" fmla="*/ 46 h 110"/>
                  <a:gd name="T28" fmla="*/ 105 w 135"/>
                  <a:gd name="T29" fmla="*/ 14 h 110"/>
                  <a:gd name="T30" fmla="*/ 86 w 135"/>
                  <a:gd name="T31" fmla="*/ 19 h 110"/>
                  <a:gd name="T32" fmla="*/ 78 w 135"/>
                  <a:gd name="T33" fmla="*/ 1 h 110"/>
                  <a:gd name="T34" fmla="*/ 44 w 135"/>
                  <a:gd name="T35" fmla="*/ 1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5" h="110">
                    <a:moveTo>
                      <a:pt x="44" y="13"/>
                    </a:moveTo>
                    <a:cubicBezTo>
                      <a:pt x="36" y="16"/>
                      <a:pt x="38" y="26"/>
                      <a:pt x="32" y="29"/>
                    </a:cubicBezTo>
                    <a:cubicBezTo>
                      <a:pt x="26" y="32"/>
                      <a:pt x="14" y="29"/>
                      <a:pt x="9" y="32"/>
                    </a:cubicBezTo>
                    <a:cubicBezTo>
                      <a:pt x="3" y="35"/>
                      <a:pt x="0" y="44"/>
                      <a:pt x="3" y="50"/>
                    </a:cubicBezTo>
                    <a:cubicBezTo>
                      <a:pt x="6" y="56"/>
                      <a:pt x="15" y="54"/>
                      <a:pt x="21" y="56"/>
                    </a:cubicBezTo>
                    <a:cubicBezTo>
                      <a:pt x="28" y="61"/>
                      <a:pt x="33" y="84"/>
                      <a:pt x="44" y="89"/>
                    </a:cubicBezTo>
                    <a:cubicBezTo>
                      <a:pt x="51" y="93"/>
                      <a:pt x="58" y="83"/>
                      <a:pt x="65" y="83"/>
                    </a:cubicBezTo>
                    <a:cubicBezTo>
                      <a:pt x="72" y="83"/>
                      <a:pt x="81" y="83"/>
                      <a:pt x="87" y="86"/>
                    </a:cubicBezTo>
                    <a:cubicBezTo>
                      <a:pt x="93" y="88"/>
                      <a:pt x="97" y="100"/>
                      <a:pt x="104" y="103"/>
                    </a:cubicBezTo>
                    <a:cubicBezTo>
                      <a:pt x="111" y="106"/>
                      <a:pt x="124" y="110"/>
                      <a:pt x="129" y="106"/>
                    </a:cubicBezTo>
                    <a:cubicBezTo>
                      <a:pt x="134" y="102"/>
                      <a:pt x="130" y="85"/>
                      <a:pt x="131" y="79"/>
                    </a:cubicBezTo>
                    <a:cubicBezTo>
                      <a:pt x="132" y="73"/>
                      <a:pt x="135" y="73"/>
                      <a:pt x="135" y="68"/>
                    </a:cubicBezTo>
                    <a:cubicBezTo>
                      <a:pt x="134" y="64"/>
                      <a:pt x="133" y="53"/>
                      <a:pt x="129" y="49"/>
                    </a:cubicBezTo>
                    <a:cubicBezTo>
                      <a:pt x="125" y="45"/>
                      <a:pt x="115" y="52"/>
                      <a:pt x="111" y="46"/>
                    </a:cubicBezTo>
                    <a:cubicBezTo>
                      <a:pt x="107" y="40"/>
                      <a:pt x="109" y="18"/>
                      <a:pt x="105" y="14"/>
                    </a:cubicBezTo>
                    <a:cubicBezTo>
                      <a:pt x="102" y="7"/>
                      <a:pt x="90" y="21"/>
                      <a:pt x="86" y="19"/>
                    </a:cubicBezTo>
                    <a:cubicBezTo>
                      <a:pt x="82" y="17"/>
                      <a:pt x="85" y="2"/>
                      <a:pt x="78" y="1"/>
                    </a:cubicBezTo>
                    <a:cubicBezTo>
                      <a:pt x="71" y="0"/>
                      <a:pt x="52" y="10"/>
                      <a:pt x="44" y="13"/>
                    </a:cubicBezTo>
                    <a:close/>
                  </a:path>
                </a:pathLst>
              </a:custGeom>
              <a:solidFill>
                <a:srgbClr val="FFCC99"/>
              </a:solidFill>
              <a:ln w="12700" cap="flat" cmpd="sng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" name="Freeform 28"/>
            <p:cNvSpPr/>
            <p:nvPr/>
          </p:nvSpPr>
          <p:spPr bwMode="auto">
            <a:xfrm>
              <a:off x="5051447" y="4161082"/>
              <a:ext cx="519112" cy="4699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" name="Group 50"/>
          <p:cNvGrpSpPr/>
          <p:nvPr/>
        </p:nvGrpSpPr>
        <p:grpSpPr bwMode="auto">
          <a:xfrm>
            <a:off x="2317773" y="1797296"/>
            <a:ext cx="2225676" cy="1108075"/>
            <a:chOff x="1945" y="1339"/>
            <a:chExt cx="1402" cy="698"/>
          </a:xfrm>
        </p:grpSpPr>
        <p:sp>
          <p:nvSpPr>
            <p:cNvPr id="55" name="Rectangle 29"/>
            <p:cNvSpPr>
              <a:spLocks noChangeArrowheads="1"/>
            </p:cNvSpPr>
            <p:nvPr/>
          </p:nvSpPr>
          <p:spPr bwMode="auto">
            <a:xfrm>
              <a:off x="2126" y="1339"/>
              <a:ext cx="6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A</a:t>
              </a:r>
              <a:r>
                <a:rPr kumimoji="1" lang="en-US" altLang="zh-CN" i="1" baseline="-25000">
                  <a:solidFill>
                    <a:schemeClr val="tx1"/>
                  </a:solidFill>
                </a:rPr>
                <a:t> </a:t>
              </a:r>
              <a:r>
                <a:rPr kumimoji="1" lang="zh-CN" altLang="en-US">
                  <a:solidFill>
                    <a:schemeClr val="tx1"/>
                  </a:solidFill>
                </a:rPr>
                <a:t>省</a:t>
              </a:r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Rectangle 31"/>
            <p:cNvSpPr>
              <a:spLocks noChangeArrowheads="1"/>
            </p:cNvSpPr>
            <p:nvPr/>
          </p:nvSpPr>
          <p:spPr bwMode="auto">
            <a:xfrm>
              <a:off x="1945" y="1630"/>
              <a:ext cx="140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Simply connected domain)</a:t>
              </a:r>
              <a:endParaRPr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57" name="Group 51"/>
          <p:cNvGrpSpPr/>
          <p:nvPr/>
        </p:nvGrpSpPr>
        <p:grpSpPr bwMode="auto">
          <a:xfrm>
            <a:off x="2394817" y="3321540"/>
            <a:ext cx="2309813" cy="1057275"/>
            <a:chOff x="1792" y="2106"/>
            <a:chExt cx="1455" cy="666"/>
          </a:xfrm>
        </p:grpSpPr>
        <p:sp>
          <p:nvSpPr>
            <p:cNvPr id="58" name="Rectangle 30"/>
            <p:cNvSpPr>
              <a:spLocks noChangeArrowheads="1"/>
            </p:cNvSpPr>
            <p:nvPr/>
          </p:nvSpPr>
          <p:spPr bwMode="auto">
            <a:xfrm>
              <a:off x="2125" y="2106"/>
              <a:ext cx="6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B</a:t>
              </a:r>
              <a:r>
                <a:rPr kumimoji="1" lang="en-US" altLang="zh-CN" i="1" baseline="-25000" dirty="0">
                  <a:solidFill>
                    <a:schemeClr val="tx1"/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省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32"/>
            <p:cNvSpPr>
              <a:spLocks noChangeArrowheads="1"/>
            </p:cNvSpPr>
            <p:nvPr/>
          </p:nvSpPr>
          <p:spPr bwMode="auto">
            <a:xfrm>
              <a:off x="1792" y="2365"/>
              <a:ext cx="145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Simply connected domain)</a:t>
              </a:r>
              <a:endParaRPr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60" name="Line 33"/>
          <p:cNvSpPr>
            <a:spLocks noChangeShapeType="1"/>
          </p:cNvSpPr>
          <p:nvPr/>
        </p:nvSpPr>
        <p:spPr bwMode="auto">
          <a:xfrm flipH="1">
            <a:off x="1535134" y="2186232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34"/>
          <p:cNvSpPr>
            <a:spLocks noChangeShapeType="1"/>
          </p:cNvSpPr>
          <p:nvPr/>
        </p:nvSpPr>
        <p:spPr bwMode="auto">
          <a:xfrm flipH="1">
            <a:off x="2733695" y="4352429"/>
            <a:ext cx="826243" cy="708766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43"/>
          <p:cNvSpPr>
            <a:spLocks noChangeShapeType="1"/>
          </p:cNvSpPr>
          <p:nvPr/>
        </p:nvSpPr>
        <p:spPr bwMode="auto">
          <a:xfrm flipH="1">
            <a:off x="5486422" y="2184645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44"/>
          <p:cNvSpPr>
            <a:spLocks noChangeShapeType="1"/>
          </p:cNvSpPr>
          <p:nvPr/>
        </p:nvSpPr>
        <p:spPr bwMode="auto">
          <a:xfrm flipH="1">
            <a:off x="6684983" y="3994394"/>
            <a:ext cx="747607" cy="106521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47"/>
          <p:cNvSpPr>
            <a:spLocks noChangeArrowheads="1"/>
          </p:cNvSpPr>
          <p:nvPr/>
        </p:nvSpPr>
        <p:spPr bwMode="auto">
          <a:xfrm>
            <a:off x="5080022" y="3807070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  <a:ea typeface="楷体_GB2312" pitchFamily="49" charset="-122"/>
              </a:rPr>
              <a:t>飞地</a:t>
            </a:r>
            <a:endParaRPr lang="zh-CN" altLang="en-US" sz="1800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65" name="Group 53"/>
          <p:cNvGrpSpPr/>
          <p:nvPr/>
        </p:nvGrpSpPr>
        <p:grpSpPr bwMode="auto">
          <a:xfrm>
            <a:off x="7046934" y="3126034"/>
            <a:ext cx="1582737" cy="781050"/>
            <a:chOff x="4469" y="2105"/>
            <a:chExt cx="997" cy="492"/>
          </a:xfrm>
        </p:grpSpPr>
        <p:sp>
          <p:nvSpPr>
            <p:cNvPr id="66" name="Rectangle 40"/>
            <p:cNvSpPr>
              <a:spLocks noChangeArrowheads="1"/>
            </p:cNvSpPr>
            <p:nvPr/>
          </p:nvSpPr>
          <p:spPr bwMode="auto">
            <a:xfrm>
              <a:off x="4614" y="2105"/>
              <a:ext cx="6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B</a:t>
              </a:r>
              <a:r>
                <a:rPr kumimoji="1" lang="en-US" altLang="zh-CN" i="1" baseline="-25000" dirty="0">
                  <a:solidFill>
                    <a:schemeClr val="tx1"/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省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42"/>
            <p:cNvSpPr>
              <a:spLocks noChangeArrowheads="1"/>
            </p:cNvSpPr>
            <p:nvPr/>
          </p:nvSpPr>
          <p:spPr bwMode="auto">
            <a:xfrm>
              <a:off x="4469" y="2364"/>
              <a:ext cx="9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Not domain)</a:t>
              </a:r>
              <a:endParaRPr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strike="sngStrike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Extra Exercise 1 (Team Project, 1-3 students)</a:t>
            </a:r>
            <a:endParaRPr lang="zh-HK" altLang="en-US" sz="3200" strike="sngStrike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82371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In some </a:t>
            </a:r>
            <a:r>
              <a:rPr lang="en-US" altLang="zh-CN" sz="2800">
                <a:cs typeface="Times New Roman" panose="02020503050405090304" pitchFamily="18" charset="0"/>
              </a:rPr>
              <a:t>Topology books, </a:t>
            </a:r>
            <a:r>
              <a:rPr lang="en-US" altLang="zh-CN" sz="2800" dirty="0">
                <a:cs typeface="Times New Roman" panose="02020503050405090304" pitchFamily="18" charset="0"/>
              </a:rPr>
              <a:t>the connected sets have the following different definition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2263730"/>
            <a:ext cx="7560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Definition*</a:t>
            </a:r>
            <a:r>
              <a:rPr lang="en-US" altLang="zh-CN" sz="2400" dirty="0">
                <a:cs typeface="Times New Roman" panose="02020503050405090304" pitchFamily="18" charset="0"/>
              </a:rPr>
              <a:t>: A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set </a:t>
            </a:r>
            <a:r>
              <a:rPr lang="en-US" altLang="zh-CN" sz="2400" i="1" dirty="0"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cs typeface="Times New Roman" panose="02020503050405090304" pitchFamily="18" charset="0"/>
              </a:rPr>
              <a:t> is said to be disconnected if it has two nonempty subsets </a:t>
            </a:r>
            <a:r>
              <a:rPr lang="en-US" altLang="zh-CN" sz="2400" i="1" dirty="0"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cs typeface="Times New Roman" panose="02020503050405090304" pitchFamily="18" charset="0"/>
              </a:rPr>
              <a:t> and </a:t>
            </a:r>
            <a:r>
              <a:rPr lang="en-US" altLang="zh-CN" sz="2400" i="1" dirty="0">
                <a:cs typeface="Times New Roman" panose="02020503050405090304" pitchFamily="18" charset="0"/>
              </a:rPr>
              <a:t>B</a:t>
            </a:r>
            <a:r>
              <a:rPr lang="en-US" altLang="zh-CN" sz="2400" dirty="0">
                <a:cs typeface="Times New Roman" panose="02020503050405090304" pitchFamily="18" charset="0"/>
              </a:rPr>
              <a:t> such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and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prove that, our definition of connectedness (which is often called 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path-connected</a:t>
            </a:r>
            <a:r>
              <a:rPr lang="en-US" altLang="zh-CN" sz="2400" dirty="0">
                <a:cs typeface="Times New Roman" panose="02020503050405090304" pitchFamily="18" charset="0"/>
              </a:rPr>
              <a:t>” in those books) implies Definition*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find a set which satisfies Definition* but is not “path-connected”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prove that if </a:t>
            </a:r>
            <a:r>
              <a:rPr lang="en-US" altLang="zh-CN" sz="2400" i="1" dirty="0">
                <a:cs typeface="Times New Roman" panose="02020503050405090304" pitchFamily="18" charset="0"/>
              </a:rPr>
              <a:t>X </a:t>
            </a:r>
            <a:r>
              <a:rPr lang="en-US" altLang="zh-CN" sz="2400" dirty="0">
                <a:cs typeface="Times New Roman" panose="02020503050405090304" pitchFamily="18" charset="0"/>
              </a:rPr>
              <a:t>is open, then the two definitions are equivalent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$A\cup B=X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140968"/>
            <a:ext cx="1466698" cy="219456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\left(\bar{A}\cap B\right)\cup\left({A}\cap \bar{B}\right)=\emptyset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091443"/>
            <a:ext cx="3012035" cy="3657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9"/>
    </mc:Choice>
    <mc:Fallback>
      <p:transition spd="slow" advTm="1608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first recall the concept of real functions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real function     defined on a set     of real numbers is a rule that assigns to every    in      a real number          , called the value of     at 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979248"/>
            <a:ext cx="153619" cy="276149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59" y="2006764"/>
            <a:ext cx="179222" cy="21762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270" y="2338970"/>
            <a:ext cx="179222" cy="217627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88" y="2398188"/>
            <a:ext cx="151790" cy="135331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2776250"/>
            <a:ext cx="151790" cy="13533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f(x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47" y="2678176"/>
            <a:ext cx="546811" cy="30541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312788" y="322742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Similarly, we can define complex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539552" y="3763645"/>
            <a:ext cx="705678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defined on a set     of complex numbers is a rule that assigns to every    in     a complex number         , called the value of    at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Domain</a:t>
            </a:r>
            <a:r>
              <a:rPr lang="en-US" altLang="zh-CN" sz="2400" dirty="0">
                <a:cs typeface="Times New Roman" panose="02020503050405090304" pitchFamily="18" charset="0"/>
              </a:rPr>
              <a:t>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Range</a:t>
            </a:r>
            <a:r>
              <a:rPr lang="en-US" altLang="zh-CN" sz="2400" dirty="0">
                <a:cs typeface="Times New Roman" panose="02020503050405090304" pitchFamily="18" charset="0"/>
              </a:rPr>
              <a:t>:  all values of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5" name="图片 24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105" y="3883294"/>
            <a:ext cx="153619" cy="276149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3883294"/>
            <a:ext cx="179222" cy="21762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986" y="4254995"/>
            <a:ext cx="179222" cy="217627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4331737"/>
            <a:ext cx="129844" cy="135331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f(z)$&#10;&#10;&#10;\end{document}" title="IguanaTex Bitmap Display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635758"/>
            <a:ext cx="526694" cy="30541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&#10;$f$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97" y="2698761"/>
            <a:ext cx="153619" cy="276149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&#10;$f$&#10;&#10;\end{document}" title="IguanaTex Bitmap Display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76" y="4617271"/>
            <a:ext cx="153619" cy="276149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687679"/>
            <a:ext cx="129844" cy="135331"/>
          </a:xfrm>
          <a:prstGeom prst="rect">
            <a:avLst/>
          </a:prstGeom>
        </p:spPr>
      </p:pic>
      <p:pic>
        <p:nvPicPr>
          <p:cNvPr id="72" name="图片 71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671" y="4995462"/>
            <a:ext cx="179222" cy="217627"/>
          </a:xfrm>
          <a:prstGeom prst="rect">
            <a:avLst/>
          </a:prstGeom>
        </p:spPr>
      </p:pic>
      <p:pic>
        <p:nvPicPr>
          <p:cNvPr id="74" name="图片 73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743" y="5300772"/>
            <a:ext cx="153619" cy="276149"/>
          </a:xfrm>
          <a:prstGeom prst="rect">
            <a:avLst/>
          </a:prstGeom>
        </p:spPr>
      </p:pic>
    </p:spTree>
    <p:custDataLst>
      <p:tags r:id="rId2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complex function                   , write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365423"/>
            <a:ext cx="1429512" cy="381914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$z=x+iy$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1870987"/>
            <a:ext cx="1570330" cy="307238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f(z)=\ &amp;z^2=(x+i y)^2\nonumber\\&#10;=\ &amp;x^2-y^2+2 i x y\nonumber\\&#10;=\ &amp;u(x, y)+i v(x, y)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755" y="2924944"/>
            <a:ext cx="3165653" cy="1292962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function can be written in the following form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f(z)=f(x+i y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55" y="2502574"/>
            <a:ext cx="4778654" cy="3054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6190" y="3045714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number: a pair of real numbers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function: a pair of real functions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5536" y="4114441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Remark: In common, we assume all functions to be single-valued relations. However, we should know there do exist “multi-valued functions”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796346" y="5562144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Let’s further verify                          and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                          ,  find               and              </a:t>
            </a:r>
            <a:r>
              <a:rPr lang="en-US" altLang="zh-CN" sz="2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calculate its value at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&#10;$f(z)=z^2+3z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65423"/>
            <a:ext cx="2238146" cy="381914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378225"/>
            <a:ext cx="981455" cy="35631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1378225"/>
            <a:ext cx="962253" cy="3563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z=1+3i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839" y="1842476"/>
            <a:ext cx="1529791" cy="264566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&#10;\begin{align}&#10;f(z)=\ &amp;z^2+3z\nonumber\\&#10;=\ &amp;(x+iy)^2+3(x+iy)\nonumber\\&#10;=\ &amp;(x^2-y^2+3x)+i(2xy+3y)\nonumber\\&#10;=\ &amp;u(x,y)+iv(x,y)\nonumber&#10;\end{align}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29" y="2461301"/>
            <a:ext cx="4738420" cy="1784908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\begin{align}&#10;f(1+3 i)=\ &amp;(1+3 i)^2+3(1+3 i)\nonumber\\&#10;=\ &amp;1-9+6 i+3+9 i=-5+15 i\nonumber&#10;\end{align}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11" y="4583146"/>
            <a:ext cx="5612587" cy="747978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u(1,3)=-5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756" y="5669837"/>
            <a:ext cx="1618488" cy="305410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v(1,3)=15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611" y="5669837"/>
            <a:ext cx="1519733" cy="30541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function     has a limit    at point     , written by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\lim\limits_{z\rightarrow z_0}f(z)=l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025747"/>
            <a:ext cx="1695298" cy="4425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6190" y="2657259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Definition</a:t>
            </a:r>
            <a:r>
              <a:rPr lang="en-US" altLang="zh-CN" sz="2400" dirty="0">
                <a:cs typeface="Times New Roman" panose="02020503050405090304" pitchFamily="18" charset="0"/>
              </a:rPr>
              <a:t>(by            language):                                such that when                             , the following relation holds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Remark: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  could be undefined 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 can approach     in any direction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8" name="图片 7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425163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l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425163"/>
            <a:ext cx="76809" cy="249632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\varepsilon-\delta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074" y="2766190"/>
            <a:ext cx="641909" cy="223114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323" y="1483444"/>
            <a:ext cx="279502" cy="21336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\forall \varepsilon&gt;0, \exists \delta&gt;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196" y="2789432"/>
            <a:ext cx="1863545" cy="27797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|f(z)-l|&lt;\varepsilon$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836" y="4013849"/>
            <a:ext cx="1708099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0&lt;\left|z-z_0\right|&lt;\delta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708" y="3138843"/>
            <a:ext cx="2059229" cy="305410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953051"/>
            <a:ext cx="153619" cy="276149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$z=z_0$&#10;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46320"/>
            <a:ext cx="799186" cy="18288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$z$&#10;&#10;&#10;&#10;\end{document}" title="IguanaTex Bitmap Display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595" y="5425584"/>
            <a:ext cx="129845" cy="135331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$z_0$&#10;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83" y="5407605"/>
            <a:ext cx="239573" cy="182880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50"/>
          <p:cNvGrpSpPr/>
          <p:nvPr/>
        </p:nvGrpSpPr>
        <p:grpSpPr bwMode="auto">
          <a:xfrm>
            <a:off x="4851446" y="2924719"/>
            <a:ext cx="3400425" cy="2843212"/>
            <a:chOff x="3133" y="1141"/>
            <a:chExt cx="2142" cy="1791"/>
          </a:xfrm>
        </p:grpSpPr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3133" y="2673"/>
              <a:ext cx="19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" name="Line 16"/>
            <p:cNvSpPr>
              <a:spLocks noChangeShapeType="1"/>
            </p:cNvSpPr>
            <p:nvPr/>
          </p:nvSpPr>
          <p:spPr bwMode="auto">
            <a:xfrm flipV="1">
              <a:off x="3338" y="1252"/>
              <a:ext cx="0" cy="15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" name="Text Box 18"/>
            <p:cNvSpPr txBox="1">
              <a:spLocks noChangeAspect="1" noChangeArrowheads="1"/>
            </p:cNvSpPr>
            <p:nvPr/>
          </p:nvSpPr>
          <p:spPr bwMode="auto">
            <a:xfrm>
              <a:off x="4920" y="2644"/>
              <a:ext cx="3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u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33" name="Text Box 19"/>
            <p:cNvSpPr txBox="1">
              <a:spLocks noChangeAspect="1" noChangeArrowheads="1"/>
            </p:cNvSpPr>
            <p:nvPr/>
          </p:nvSpPr>
          <p:spPr bwMode="auto">
            <a:xfrm>
              <a:off x="3356" y="1141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v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34" name="Oval 20"/>
            <p:cNvSpPr>
              <a:spLocks noChangeAspect="1" noChangeArrowheads="1"/>
            </p:cNvSpPr>
            <p:nvPr/>
          </p:nvSpPr>
          <p:spPr bwMode="auto">
            <a:xfrm>
              <a:off x="4106" y="1993"/>
              <a:ext cx="54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" name="Oval 22"/>
            <p:cNvSpPr>
              <a:spLocks noChangeAspect="1" noChangeArrowheads="1"/>
            </p:cNvSpPr>
            <p:nvPr/>
          </p:nvSpPr>
          <p:spPr bwMode="auto">
            <a:xfrm>
              <a:off x="3530" y="1421"/>
              <a:ext cx="1206" cy="1206"/>
            </a:xfrm>
            <a:prstGeom prst="ellipse">
              <a:avLst/>
            </a:prstGeom>
            <a:gradFill rotWithShape="1">
              <a:gsLst>
                <a:gs pos="0">
                  <a:srgbClr val="8BFFE9"/>
                </a:gs>
                <a:gs pos="100000">
                  <a:srgbClr val="00B686"/>
                </a:gs>
              </a:gsLst>
              <a:path path="shape">
                <a:fillToRect l="50000" t="50000" r="50000" b="50000"/>
              </a:path>
            </a:gradFill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6" name="Line 23"/>
            <p:cNvSpPr>
              <a:spLocks noChangeAspect="1" noChangeShapeType="1"/>
            </p:cNvSpPr>
            <p:nvPr/>
          </p:nvSpPr>
          <p:spPr bwMode="auto">
            <a:xfrm flipH="1">
              <a:off x="3713" y="2024"/>
              <a:ext cx="420" cy="43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7" name="Text Box 24"/>
            <p:cNvSpPr txBox="1">
              <a:spLocks noChangeAspect="1" noChangeArrowheads="1"/>
            </p:cNvSpPr>
            <p:nvPr/>
          </p:nvSpPr>
          <p:spPr bwMode="auto">
            <a:xfrm>
              <a:off x="4141" y="1900"/>
              <a:ext cx="38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l</a:t>
              </a:r>
              <a:endParaRPr kumimoji="1" lang="en-US" altLang="zh-CN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Text Box 25"/>
            <p:cNvSpPr txBox="1">
              <a:spLocks noChangeAspect="1" noChangeArrowheads="1"/>
            </p:cNvSpPr>
            <p:nvPr/>
          </p:nvSpPr>
          <p:spPr bwMode="auto">
            <a:xfrm>
              <a:off x="3766" y="1971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e</a:t>
              </a:r>
              <a:endParaRPr kumimoji="1" lang="en-US" altLang="zh-CN" i="1"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39" name="Oval 41"/>
            <p:cNvSpPr>
              <a:spLocks noChangeAspect="1" noChangeArrowheads="1"/>
            </p:cNvSpPr>
            <p:nvPr/>
          </p:nvSpPr>
          <p:spPr bwMode="auto">
            <a:xfrm>
              <a:off x="4112" y="1993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11" name="Group 46"/>
          <p:cNvGrpSpPr/>
          <p:nvPr/>
        </p:nvGrpSpPr>
        <p:grpSpPr bwMode="auto">
          <a:xfrm>
            <a:off x="1379583" y="2923131"/>
            <a:ext cx="3141663" cy="2840038"/>
            <a:chOff x="946" y="1140"/>
            <a:chExt cx="1979" cy="1789"/>
          </a:xfrm>
        </p:grpSpPr>
        <p:sp>
          <p:nvSpPr>
            <p:cNvPr id="15" name="Oval 3"/>
            <p:cNvSpPr>
              <a:spLocks noChangeAspect="1" noChangeArrowheads="1"/>
            </p:cNvSpPr>
            <p:nvPr/>
          </p:nvSpPr>
          <p:spPr bwMode="auto">
            <a:xfrm>
              <a:off x="1398" y="1690"/>
              <a:ext cx="862" cy="862"/>
            </a:xfrm>
            <a:prstGeom prst="ellipse">
              <a:avLst/>
            </a:prstGeom>
            <a:gradFill rotWithShape="1">
              <a:gsLst>
                <a:gs pos="0">
                  <a:srgbClr val="CADCEE"/>
                </a:gs>
                <a:gs pos="100000">
                  <a:srgbClr val="0099CC"/>
                </a:gs>
              </a:gsLst>
              <a:path path="shape">
                <a:fillToRect l="50000" t="50000" r="50000" b="50000"/>
              </a:path>
            </a:gradFill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>
              <a:off x="946" y="2669"/>
              <a:ext cx="17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V="1">
              <a:off x="1151" y="1249"/>
              <a:ext cx="0" cy="15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0" name="Text Box 6"/>
            <p:cNvSpPr txBox="1">
              <a:spLocks noChangeAspect="1" noChangeArrowheads="1"/>
            </p:cNvSpPr>
            <p:nvPr/>
          </p:nvSpPr>
          <p:spPr bwMode="auto">
            <a:xfrm>
              <a:off x="2588" y="2641"/>
              <a:ext cx="3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21" name="Text Box 7"/>
            <p:cNvSpPr txBox="1">
              <a:spLocks noChangeAspect="1" noChangeArrowheads="1"/>
            </p:cNvSpPr>
            <p:nvPr/>
          </p:nvSpPr>
          <p:spPr bwMode="auto">
            <a:xfrm>
              <a:off x="1169" y="1140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y</a:t>
              </a:r>
              <a:endParaRPr kumimoji="1" lang="en-US" altLang="zh-CN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10"/>
            <p:cNvSpPr>
              <a:spLocks noChangeAspect="1" noChangeShapeType="1"/>
            </p:cNvSpPr>
            <p:nvPr/>
          </p:nvSpPr>
          <p:spPr bwMode="auto">
            <a:xfrm flipH="1">
              <a:off x="1464" y="2120"/>
              <a:ext cx="360" cy="22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3" name="Text Box 11"/>
            <p:cNvSpPr txBox="1">
              <a:spLocks noChangeAspect="1" noChangeArrowheads="1"/>
            </p:cNvSpPr>
            <p:nvPr/>
          </p:nvSpPr>
          <p:spPr bwMode="auto">
            <a:xfrm>
              <a:off x="1809" y="2053"/>
              <a:ext cx="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z</a:t>
              </a:r>
              <a:r>
                <a:rPr kumimoji="1" lang="en-US" altLang="zh-CN" baseline="-25000">
                  <a:solidFill>
                    <a:schemeClr val="tx1"/>
                  </a:solidFill>
                </a:rPr>
                <a:t>0</a:t>
              </a:r>
              <a:endParaRPr kumimoji="1" lang="en-US" altLang="zh-CN" baseline="-25000">
                <a:solidFill>
                  <a:schemeClr val="tx1"/>
                </a:solidFill>
              </a:endParaRPr>
            </a:p>
          </p:txBody>
        </p:sp>
        <p:sp>
          <p:nvSpPr>
            <p:cNvPr id="24" name="Text Box 12"/>
            <p:cNvSpPr txBox="1">
              <a:spLocks noChangeAspect="1" noChangeArrowheads="1"/>
            </p:cNvSpPr>
            <p:nvPr/>
          </p:nvSpPr>
          <p:spPr bwMode="auto">
            <a:xfrm>
              <a:off x="1497" y="19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d</a:t>
              </a:r>
              <a:endParaRPr kumimoji="1" lang="en-US" altLang="zh-CN" i="1"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5" name="Oval 9"/>
            <p:cNvSpPr>
              <a:spLocks noChangeAspect="1" noChangeArrowheads="1"/>
            </p:cNvSpPr>
            <p:nvPr/>
          </p:nvSpPr>
          <p:spPr bwMode="auto">
            <a:xfrm>
              <a:off x="1803" y="2096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Geometric significance of limit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Once    enters the   -disk of     , its value         enters the   -disk of 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Picture 5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240258" y="427091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5 1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238671" y="426933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Group 49"/>
          <p:cNvGrpSpPr/>
          <p:nvPr/>
        </p:nvGrpSpPr>
        <p:grpSpPr bwMode="auto">
          <a:xfrm>
            <a:off x="2933746" y="3577181"/>
            <a:ext cx="4332287" cy="561975"/>
            <a:chOff x="1925" y="1552"/>
            <a:chExt cx="2729" cy="354"/>
          </a:xfrm>
        </p:grpSpPr>
        <p:sp>
          <p:nvSpPr>
            <p:cNvPr id="41" name="Freeform 27"/>
            <p:cNvSpPr>
              <a:spLocks noChangeAspect="1"/>
            </p:cNvSpPr>
            <p:nvPr/>
          </p:nvSpPr>
          <p:spPr bwMode="auto">
            <a:xfrm>
              <a:off x="1925" y="1552"/>
              <a:ext cx="2047" cy="354"/>
            </a:xfrm>
            <a:custGeom>
              <a:avLst/>
              <a:gdLst>
                <a:gd name="T0" fmla="*/ 0 w 2488"/>
                <a:gd name="T1" fmla="*/ 430 h 430"/>
                <a:gd name="T2" fmla="*/ 1218 w 2488"/>
                <a:gd name="T3" fmla="*/ 37 h 430"/>
                <a:gd name="T4" fmla="*/ 2488 w 2488"/>
                <a:gd name="T5" fmla="*/ 207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88" h="430">
                  <a:moveTo>
                    <a:pt x="0" y="430"/>
                  </a:moveTo>
                  <a:cubicBezTo>
                    <a:pt x="401" y="252"/>
                    <a:pt x="803" y="74"/>
                    <a:pt x="1218" y="37"/>
                  </a:cubicBezTo>
                  <a:cubicBezTo>
                    <a:pt x="1633" y="0"/>
                    <a:pt x="2060" y="103"/>
                    <a:pt x="2488" y="207"/>
                  </a:cubicBezTo>
                </a:path>
              </a:pathLst>
            </a:custGeom>
            <a:noFill/>
            <a:ln w="12700" cap="flat" cmpd="sng">
              <a:solidFill>
                <a:srgbClr val="000099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grpSp>
          <p:nvGrpSpPr>
            <p:cNvPr id="42" name="Group 48"/>
            <p:cNvGrpSpPr/>
            <p:nvPr/>
          </p:nvGrpSpPr>
          <p:grpSpPr bwMode="auto">
            <a:xfrm>
              <a:off x="3957" y="1606"/>
              <a:ext cx="697" cy="288"/>
              <a:chOff x="3957" y="1606"/>
              <a:chExt cx="697" cy="288"/>
            </a:xfrm>
          </p:grpSpPr>
          <p:sp>
            <p:nvSpPr>
              <p:cNvPr id="43" name="Text Box 26"/>
              <p:cNvSpPr txBox="1">
                <a:spLocks noChangeAspect="1" noChangeArrowheads="1"/>
              </p:cNvSpPr>
              <p:nvPr/>
            </p:nvSpPr>
            <p:spPr bwMode="auto">
              <a:xfrm>
                <a:off x="3991" y="1606"/>
                <a:ext cx="6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r>
                  <a:rPr kumimoji="1" lang="en-US" altLang="zh-CN" i="1">
                    <a:solidFill>
                      <a:schemeClr val="tx1"/>
                    </a:solidFill>
                  </a:rPr>
                  <a:t>f</a:t>
                </a:r>
                <a:r>
                  <a:rPr kumimoji="1" lang="en-US" altLang="zh-CN" i="1" baseline="-2500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</a:rPr>
                  <a:t>(</a:t>
                </a:r>
                <a:r>
                  <a:rPr kumimoji="1"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kumimoji="1" lang="en-US" altLang="zh-CN">
                    <a:solidFill>
                      <a:schemeClr val="tx1"/>
                    </a:solidFill>
                  </a:rPr>
                  <a:t>)</a:t>
                </a:r>
                <a:endParaRPr kumimoji="1"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Oval 40"/>
              <p:cNvSpPr>
                <a:spLocks noChangeAspect="1" noChangeArrowheads="1"/>
              </p:cNvSpPr>
              <p:nvPr/>
            </p:nvSpPr>
            <p:spPr bwMode="auto">
              <a:xfrm>
                <a:off x="3957" y="1707"/>
                <a:ext cx="53" cy="5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5" name="Group 47"/>
          <p:cNvGrpSpPr/>
          <p:nvPr/>
        </p:nvGrpSpPr>
        <p:grpSpPr bwMode="auto">
          <a:xfrm>
            <a:off x="2630533" y="3902619"/>
            <a:ext cx="482600" cy="457200"/>
            <a:chOff x="1734" y="1757"/>
            <a:chExt cx="304" cy="288"/>
          </a:xfrm>
        </p:grpSpPr>
        <p:sp>
          <p:nvSpPr>
            <p:cNvPr id="46" name="Text Box 14"/>
            <p:cNvSpPr txBox="1">
              <a:spLocks noChangeAspect="1" noChangeArrowheads="1"/>
            </p:cNvSpPr>
            <p:nvPr/>
          </p:nvSpPr>
          <p:spPr bwMode="auto">
            <a:xfrm>
              <a:off x="1734" y="1757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z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47" name="Oval 13"/>
            <p:cNvSpPr>
              <a:spLocks noChangeAspect="1" noChangeArrowheads="1"/>
            </p:cNvSpPr>
            <p:nvPr/>
          </p:nvSpPr>
          <p:spPr bwMode="auto">
            <a:xfrm>
              <a:off x="1910" y="1882"/>
              <a:ext cx="53" cy="53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pic>
        <p:nvPicPr>
          <p:cNvPr id="48" name="图片 47" descr="\documentclass{article}&#10;\usepackage{amsmath}&#10;\pagestyle{empty}&#10;\begin{document}&#10;$z$&#10;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28" y="2050782"/>
            <a:ext cx="129845" cy="135331"/>
          </a:xfrm>
          <a:prstGeom prst="rect">
            <a:avLst/>
          </a:prstGeom>
        </p:spPr>
      </p:pic>
      <p:pic>
        <p:nvPicPr>
          <p:cNvPr id="53" name="Picture 52 2 1" descr="\documentclass{article}&#10;\usepackage{amsmath}&#10;\pagestyle{empty}&#10;\begin{document}&#10;$\delta$&#10;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762" y="1984603"/>
            <a:ext cx="124359" cy="219456"/>
          </a:xfrm>
          <a:prstGeom prst="rect">
            <a:avLst/>
          </a:prstGeom>
        </p:spPr>
      </p:pic>
      <p:pic>
        <p:nvPicPr>
          <p:cNvPr id="56" name="Picture 55 2" descr="\documentclass{article}&#10;\usepackage{amsmath}&#10;\pagestyle{empty}&#10;\begin{document}&#10;$z_0$&#10;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198" y="2044983"/>
            <a:ext cx="239573" cy="182880"/>
          </a:xfrm>
          <a:prstGeom prst="rect">
            <a:avLst/>
          </a:prstGeom>
        </p:spPr>
      </p:pic>
      <p:pic>
        <p:nvPicPr>
          <p:cNvPr id="59" name="图片 58" descr="\documentclass{article}&#10;\usepackage{amsmath}&#10;\pagestyle{empty}&#10;\begin{document}&#10;$f(z)$&#10;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173" y="1951133"/>
            <a:ext cx="526695" cy="305409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$\varepsilon$&#10;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74" y="2401306"/>
            <a:ext cx="122530" cy="140818"/>
          </a:xfrm>
          <a:prstGeom prst="rect">
            <a:avLst/>
          </a:prstGeom>
        </p:spPr>
      </p:pic>
      <p:pic>
        <p:nvPicPr>
          <p:cNvPr id="64" name="图片 63" descr="\documentclass{article}&#10;\usepackage{amsmath}&#10;\pagestyle{empty}&#10;\begin{document}&#10;&#10;$l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759" y="2363707"/>
            <a:ext cx="65837" cy="21397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                                      , 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strike="sngStrike" dirty="0">
                <a:solidFill>
                  <a:srgbClr val="FF0000"/>
                </a:solidFill>
                <a:cs typeface="Times New Roman" panose="02020503050405090304" pitchFamily="18" charset="0"/>
              </a:rPr>
              <a:t>Homework:</a:t>
            </a:r>
            <a:r>
              <a:rPr lang="en-US" altLang="zh-CN" sz="2400" strike="sngStrike" dirty="0">
                <a:cs typeface="Times New Roman" panose="02020503050405090304" pitchFamily="18" charset="0"/>
              </a:rPr>
              <a:t> Prove the last one using           language  </a:t>
            </a:r>
            <a:endParaRPr lang="en-US" altLang="zh-CN" sz="2400" strike="sngStrike" dirty="0">
              <a:cs typeface="Times New Roman" panose="02020503050405090304" pitchFamily="18" charset="0"/>
            </a:endParaRPr>
          </a:p>
        </p:txBody>
      </p:sp>
      <p:pic>
        <p:nvPicPr>
          <p:cNvPr id="51" name="图片 50" descr="\documentclass{article}&#10;\usepackage{amsmath}&#10;\pagestyle{empty}&#10;\begin{document}&#10;&#10;$\lim\limits_{z \rightarrow z_0} f(z)=A, ~\lim\limits_{z \rightarrow z_0} g(z)=B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59081"/>
            <a:ext cx="3963009" cy="44257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\begin{align}&#10;&amp; \lim _{z \rightarrow z_0}[f(z) \pm g(z)]=A \pm B \nonumber\\&#10;&amp; \lim _{z \rightarrow z_0}[f(z) \cdot g(z)]=A \cdot B \nonumber\\&#10;&amp; \lim _{z \rightarrow z_0} \frac{f(z)}{g(z)}=\frac{A}{B}, \quad(B \neq 0)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61" y="2708920"/>
            <a:ext cx="3480206" cy="1929384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\varepsilon-\delta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167" y="4869160"/>
            <a:ext cx="641909" cy="223114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 related to “infinity”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We define that: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$\begin{aligned}&#10; \lim _{z \rightarrow z_0} f(z)=\infty &#10;\end{aligned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337" y="3737160"/>
            <a:ext cx="1901952" cy="44257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begin{aligned}&#10;\lim _{z \rightarrow \infty} f(z)=A 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02" y="2893745"/>
            <a:ext cx="1841601" cy="415138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\begin{aligned}&#10; \quad \lim _{z \rightarrow 0} f\left(\frac{1}{z}\right)=A 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63" y="2636912"/>
            <a:ext cx="2055571" cy="729691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begin{aligned}&#10; \lim _{z \rightarrow \infty} f(z)=\infty 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070" y="4785159"/>
            <a:ext cx="1909267" cy="415138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begin{aligned}&#10; \lim _{z \rightarrow z_0} \frac{1}{f(z)}=0 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85" y="3612802"/>
            <a:ext cx="1828800" cy="691287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begin{aligned}&#10;  \lim _{z \rightarrow 0} \frac{1}{f\left(\frac{1}{z}\right)}=0&#10;\end{aligned}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63" y="4626827"/>
            <a:ext cx="1850746" cy="737007"/>
          </a:xfrm>
          <a:prstGeom prst="rect">
            <a:avLst/>
          </a:prstGeom>
        </p:spPr>
      </p:pic>
      <p:sp>
        <p:nvSpPr>
          <p:cNvPr id="25" name="箭头: 左右 24"/>
          <p:cNvSpPr/>
          <p:nvPr/>
        </p:nvSpPr>
        <p:spPr>
          <a:xfrm>
            <a:off x="3566123" y="2893745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左右 25"/>
          <p:cNvSpPr/>
          <p:nvPr/>
        </p:nvSpPr>
        <p:spPr>
          <a:xfrm>
            <a:off x="3604327" y="3850433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左右 26"/>
          <p:cNvSpPr/>
          <p:nvPr/>
        </p:nvSpPr>
        <p:spPr>
          <a:xfrm>
            <a:off x="3604327" y="4869160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property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                            and                                                then      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prove?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Limit of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one complex</a:t>
            </a:r>
            <a:r>
              <a:rPr lang="en-US" altLang="zh-CN" sz="2400" dirty="0">
                <a:cs typeface="Times New Roman" panose="02020503050405090304" pitchFamily="18" charset="0"/>
              </a:rPr>
              <a:t> function is equivalent to limit of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two binary real </a:t>
            </a:r>
            <a:r>
              <a:rPr lang="en-US" altLang="zh-CN" sz="2400" dirty="0">
                <a:cs typeface="Times New Roman" panose="02020503050405090304" pitchFamily="18" charset="0"/>
              </a:rPr>
              <a:t>functions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22951"/>
            <a:ext cx="3147365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l=u_0+i v_0, z_0=x_0+i y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953880"/>
            <a:ext cx="3419856" cy="27432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lim\limits_{\substack{x \rightarrow x_0 \\ y \rightarrow y_0}} u(x, y)=u_0,~ \lim \limits_{\substack{x \rightarrow x_0 \\ y \rightarrow y_0}} v(x, y)=v_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7" y="2863039"/>
            <a:ext cx="4767682" cy="587045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lim\limits_{z \rightarrow z_0} f(z)=l 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324415"/>
            <a:ext cx="1695297" cy="4425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Discuss the limit of complex function                  when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\frac{\bar{z}}{z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340768"/>
            <a:ext cx="1312164" cy="411785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z\rightarrow 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42233"/>
            <a:ext cx="881177" cy="241097"/>
          </a:xfrm>
          <a:prstGeom prst="rect">
            <a:avLst/>
          </a:prstGeom>
        </p:spPr>
      </p:pic>
      <p:grpSp>
        <p:nvGrpSpPr>
          <p:cNvPr id="14" name="Group 83"/>
          <p:cNvGrpSpPr/>
          <p:nvPr/>
        </p:nvGrpSpPr>
        <p:grpSpPr bwMode="auto">
          <a:xfrm>
            <a:off x="6800572" y="2304635"/>
            <a:ext cx="1816100" cy="1709737"/>
            <a:chOff x="4285" y="925"/>
            <a:chExt cx="1144" cy="1077"/>
          </a:xfrm>
        </p:grpSpPr>
        <p:sp>
          <p:nvSpPr>
            <p:cNvPr id="16" name="Line 51"/>
            <p:cNvSpPr>
              <a:spLocks noChangeShapeType="1"/>
            </p:cNvSpPr>
            <p:nvPr/>
          </p:nvSpPr>
          <p:spPr bwMode="auto">
            <a:xfrm>
              <a:off x="4285" y="1683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 flipV="1">
              <a:off x="4598" y="1036"/>
              <a:ext cx="0" cy="9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Text Box 73"/>
            <p:cNvSpPr txBox="1">
              <a:spLocks noChangeAspect="1" noChangeArrowheads="1"/>
            </p:cNvSpPr>
            <p:nvPr/>
          </p:nvSpPr>
          <p:spPr bwMode="auto">
            <a:xfrm>
              <a:off x="5078" y="1651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19" name="Text Box 74"/>
            <p:cNvSpPr txBox="1">
              <a:spLocks noChangeAspect="1" noChangeArrowheads="1"/>
            </p:cNvSpPr>
            <p:nvPr/>
          </p:nvSpPr>
          <p:spPr bwMode="auto">
            <a:xfrm>
              <a:off x="4631" y="925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y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</p:grpSp>
      <p:sp>
        <p:nvSpPr>
          <p:cNvPr id="20" name="Line 71"/>
          <p:cNvSpPr>
            <a:spLocks noChangeShapeType="1"/>
          </p:cNvSpPr>
          <p:nvPr/>
        </p:nvSpPr>
        <p:spPr bwMode="auto">
          <a:xfrm flipH="1">
            <a:off x="7294284" y="2998372"/>
            <a:ext cx="0" cy="50482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72"/>
          <p:cNvSpPr>
            <a:spLocks noChangeShapeType="1"/>
          </p:cNvSpPr>
          <p:nvPr/>
        </p:nvSpPr>
        <p:spPr bwMode="auto">
          <a:xfrm rot="5400000" flipH="1">
            <a:off x="7540347" y="3253959"/>
            <a:ext cx="0" cy="504825"/>
          </a:xfrm>
          <a:prstGeom prst="line">
            <a:avLst/>
          </a:prstGeom>
          <a:noFill/>
          <a:ln w="22225">
            <a:solidFill>
              <a:srgbClr val="008BD8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\begin{align}&#10;&amp; f(z)=\frac{\bar{z}^2}{|z|^2}=\frac{x^2-y^2-i 2 x y}{x^2+y^2}, 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03" y="2570007"/>
            <a:ext cx="3970325" cy="742493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u(x, y)=\frac{x^2-y^2}{x^2+y^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137" y="3675701"/>
            <a:ext cx="2009851" cy="477317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06190" y="439003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Limit of              does not exist when                          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, we have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, we have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8" name="图片 27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76" y="4468161"/>
            <a:ext cx="841248" cy="305410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(x,y)\rightarrow(0,0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096" y="4468161"/>
            <a:ext cx="1792224" cy="305410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y=0, x \rightarrow 0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343" y="4885886"/>
            <a:ext cx="1631290" cy="263347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u(x,y)\rightarrow 1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8" y="4864854"/>
            <a:ext cx="1472184" cy="305410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x=0, y \rightarrow 0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720" y="5269424"/>
            <a:ext cx="1629461" cy="263347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$u(x,y)\rightarrow -1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9" y="5227361"/>
            <a:ext cx="1708099" cy="30541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 important issues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6190" y="184482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 that a limit exists?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Use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scaling skill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 that a limit does not exist?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“Attack” it from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 directions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|f(z)-A| \leq g\left(\left|z-z_0\right|\right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2331502"/>
            <a:ext cx="3092501" cy="3054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is said to be continuous at point             if           is defined and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is said to continuous at a domain if it is continuous at each point in this domain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916832"/>
            <a:ext cx="153619" cy="276149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=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113" y="2334792"/>
            <a:ext cx="799186" cy="18288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f(z_0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04" y="2269454"/>
            <a:ext cx="651052" cy="30541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lim\limits_{z \rightarrow z_0} f(z)=f(z_0) 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25" y="2752509"/>
            <a:ext cx="2280513" cy="44257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856" y="3386773"/>
            <a:ext cx="153619" cy="276149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Three conditions for continuity at a point: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must be defined</a:t>
            </a:r>
            <a:r>
              <a:rPr lang="en-US" altLang="zh-CN" sz="2400" dirty="0">
                <a:cs typeface="Times New Roman" panose="02020503050405090304" pitchFamily="18" charset="0"/>
              </a:rPr>
              <a:t> at that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limit must exist </a:t>
            </a:r>
            <a:r>
              <a:rPr lang="en-US" altLang="zh-CN" sz="2400" dirty="0">
                <a:cs typeface="Times New Roman" panose="02020503050405090304" pitchFamily="18" charset="0"/>
              </a:rPr>
              <a:t>at the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value of the function at that point must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equal </a:t>
            </a:r>
            <a:r>
              <a:rPr lang="en-US" altLang="zh-CN" sz="2400" dirty="0">
                <a:cs typeface="Times New Roman" panose="02020503050405090304" pitchFamily="18" charset="0"/>
              </a:rPr>
              <a:t>the value of the limit at that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property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is continuous at                           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               </a:t>
            </a:r>
            <a:r>
              <a:rPr lang="en-US" altLang="zh-CN" sz="2400" dirty="0">
                <a:cs typeface="Times New Roman" panose="02020503050405090304" pitchFamily="18" charset="0"/>
              </a:rPr>
              <a:t>and              are all continuous at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prove?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753" y="1936224"/>
            <a:ext cx="3147365" cy="30541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z_0=x_0+i y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957255"/>
            <a:ext cx="1713586" cy="26334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u(x, 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16266"/>
            <a:ext cx="841248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v(x, 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316266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(x_0, y_0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9" y="2691542"/>
            <a:ext cx="907085" cy="30541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Discuss continuity of following complex function                 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3" name="图片 32" descr="\documentclass{article}&#10;\usepackage{amsmath}&#10;\pagestyle{empty}&#10;\begin{document}&#10;&#10;\begin{align}&#10;&amp; f_1(z)=\frac{\bar{z}}{z},~z\neq0\nonumber&#10;\end{align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2019344"/>
            <a:ext cx="2229308" cy="592531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f_2(z)=\ln(x^2+y^2)+i(x^2-y^2),~z\neq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3033578"/>
            <a:ext cx="5155386" cy="327355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f_3(z)=\left\{\begin{array}{ll}0&amp;z=0\\&#10;|z|^2{\text Im}(\frac{1}{z})&amp;z\neq0\end{array}\right.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3933056"/>
            <a:ext cx="3717950" cy="729691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Analytic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3" y="1902"/>
              <a:ext cx="20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19"/>
    </mc:Choice>
    <mc:Fallback>
      <p:transition spd="slow" advTm="581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derivative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derivative of a complex function    at point     is defined by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provided this limit exists. Then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 at    .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Or if we write                      , then the derivative can be also defined by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is derivable at all points in a domain    , then we say it is derivable in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921362"/>
            <a:ext cx="153619" cy="276149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988840"/>
            <a:ext cx="239573" cy="18288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f^{\prime}\left(z_0\right)=\lim\limits _{\Delta z \rightarrow 0} \frac{f\left(z_0+\Delta z\right)-f\left(z_0\right)}{\Delta z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834" y="2697085"/>
            <a:ext cx="3829507" cy="50840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76360"/>
            <a:ext cx="153619" cy="27614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822184"/>
            <a:ext cx="239573" cy="18288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f^{\prime}\left(z_0\right)=\lim\limits _{z \rightarrow z_0} \frac{f(z)-f\left(z_0\right)}{z-z_0} 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786" y="4797152"/>
            <a:ext cx="3123591" cy="523036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z=z_0+\Delta z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4109074"/>
            <a:ext cx="1591056" cy="263347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576275"/>
            <a:ext cx="153619" cy="276149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5589240"/>
            <a:ext cx="234086" cy="208483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5952280"/>
            <a:ext cx="234086" cy="208483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5330" y="2956972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Homework: </a:t>
            </a:r>
            <a:r>
              <a:rPr lang="en-US" altLang="zh-CN" sz="2400" dirty="0">
                <a:cs typeface="Times New Roman" panose="02020503050405090304" pitchFamily="18" charset="0"/>
              </a:rPr>
              <a:t>Use the similar method to show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           , </a:t>
            </a:r>
            <a:r>
              <a:rPr lang="en-US" altLang="zh-CN" sz="2400" i="1" dirty="0"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cs typeface="Times New Roman" panose="02020503050405090304" pitchFamily="18" charset="0"/>
              </a:rPr>
              <a:t> is a positive integer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the derivative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(1)                  ;    (2)   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92" y="2238131"/>
            <a:ext cx="1429512" cy="38191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z)=\frac{1}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4661"/>
            <a:ext cx="1312164" cy="428853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\begin{align}&#10;&amp; \lim _{\Delta z \rightarrow 0} \frac{f(z+\Delta z)-f(z)}{\Delta z}=\lim _{\Delta z \rightarrow 0} \frac{(z+\Delta z)^2-z^2}{\Delta z} \nonumber\\&#10;&amp; \quad=\lim _{\Delta z \rightarrow 0} \frac{2 z \Delta z+(\Delta z)^2}{\Delta z}=\lim _{\Delta z \rightarrow 0}(2 z+\Delta z)=2 z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878012"/>
            <a:ext cx="6431890" cy="1466698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f^{\prime}(z)=\left(z^2\right)^{\prime}=2 z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18" y="4471520"/>
            <a:ext cx="2401214" cy="40782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left(z^n\right)^{\prime}=n z^{n-1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612133"/>
            <a:ext cx="1795882" cy="349301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5330" y="2956972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</a:t>
            </a:r>
            <a:r>
              <a:rPr lang="en-US" altLang="zh-CN" sz="2400" dirty="0">
                <a:cs typeface="Times New Roman" panose="02020503050405090304" pitchFamily="18" charset="0"/>
              </a:rPr>
              <a:t>  Since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then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the derivative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(1)                  ;    (2)   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92" y="2238131"/>
            <a:ext cx="1429512" cy="38191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z)=\frac{1}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4661"/>
            <a:ext cx="1312164" cy="428853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\begin{align}&#10;&amp;\lim _{\Delta z \rightarrow 0} \frac{f(z+\Delta z)-f(z)}{\Delta z}=\lim _{\Delta z \rightarrow 0} \frac{\frac{1}{z+\Delta z}-\frac{1}{z}}{\Delta z} \nonumber\\&#10;&amp;\quad=\lim _{\Delta z \rightarrow 0} \frac{-1}{z(z+\Delta z)}=-\frac{1}{z^2} 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392" y="2839607"/>
            <a:ext cx="5548579" cy="1543507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f^{\prime}(z)=\left(\frac{1}{z}\right)^{\prime}=-\frac{1}{z^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75" y="4461611"/>
            <a:ext cx="2529230" cy="407822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is defined at     ,               represents an arbitrary point in a neighborhood of     , then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 at     </a:t>
            </a:r>
            <a:r>
              <a:rPr lang="en-US" altLang="zh-CN" sz="2400" dirty="0">
                <a:cs typeface="Times New Roman" panose="02020503050405090304" pitchFamily="18" charset="0"/>
              </a:rPr>
              <a:t>if there exists     such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       is called the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differentiation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Notation:                      or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r>
              <a:rPr lang="en-US" altLang="zh-CN" sz="2400" dirty="0">
                <a:cs typeface="Times New Roman" panose="02020503050405090304" pitchFamily="18" charset="0"/>
              </a:rPr>
              <a:t> at all points in a domain    , then it is said to be differentiable in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omega=f(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899454"/>
            <a:ext cx="1142999" cy="305410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582" y="1984493"/>
            <a:ext cx="239573" cy="182880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z_0+\Delta 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076" y="1916832"/>
            <a:ext cx="1031444" cy="263347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345217"/>
            <a:ext cx="239573" cy="182880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55" y="2271841"/>
            <a:ext cx="153619" cy="276149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511" y="2639015"/>
            <a:ext cx="210312" cy="213970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$\Delta \omega=f(z_0+\Delta z)-f(z_0)=A \Delta z+o(|\Delta z|)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45" y="3117813"/>
            <a:ext cx="5724144" cy="305410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mathrm{d} w=A \Delta z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494" y="4141000"/>
            <a:ext cx="1411834" cy="215798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\mathrm{d} w=A \mathrm{d} z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465" y="4130142"/>
            <a:ext cx="1327709" cy="215798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382" y="4457403"/>
            <a:ext cx="153619" cy="276149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55" y="4512311"/>
            <a:ext cx="234086" cy="208483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276" y="4869160"/>
            <a:ext cx="234086" cy="208483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A \Delta z$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58" y="3742556"/>
            <a:ext cx="612648" cy="215798"/>
          </a:xfrm>
          <a:prstGeom prst="rect">
            <a:avLst/>
          </a:prstGeom>
        </p:spPr>
      </p:pic>
      <p:sp>
        <p:nvSpPr>
          <p:cNvPr id="35" name="Oval 17"/>
          <p:cNvSpPr/>
          <p:nvPr/>
        </p:nvSpPr>
        <p:spPr>
          <a:xfrm>
            <a:off x="6444208" y="3090497"/>
            <a:ext cx="1080121" cy="36004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18"/>
          <p:cNvCxnSpPr>
            <a:stCxn id="35" idx="4"/>
          </p:cNvCxnSpPr>
          <p:nvPr/>
        </p:nvCxnSpPr>
        <p:spPr>
          <a:xfrm>
            <a:off x="6984269" y="3450538"/>
            <a:ext cx="540059" cy="420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9"/>
          <p:cNvSpPr txBox="1"/>
          <p:nvPr/>
        </p:nvSpPr>
        <p:spPr>
          <a:xfrm>
            <a:off x="7524329" y="3695550"/>
            <a:ext cx="144016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Infinitesimal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6" name="图片 45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705097"/>
            <a:ext cx="239573" cy="18288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 if and only if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 complex function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, then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continuous</a:t>
            </a:r>
            <a:r>
              <a:rPr lang="en-US" altLang="zh-CN" sz="2400" dirty="0">
                <a:cs typeface="Times New Roman" panose="02020503050405090304" pitchFamily="18" charset="0"/>
              </a:rPr>
              <a:t>, but the converse is not true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Proofs: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             Differentiable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       Continuous: Use the first property and definition of differentiable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Continuous        Derivable: Find a counterexample 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3" name="箭头: 左右 2"/>
          <p:cNvSpPr/>
          <p:nvPr/>
        </p:nvSpPr>
        <p:spPr>
          <a:xfrm>
            <a:off x="2411760" y="1947102"/>
            <a:ext cx="720080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/>
          <p:cNvSpPr/>
          <p:nvPr/>
        </p:nvSpPr>
        <p:spPr>
          <a:xfrm>
            <a:off x="1816898" y="238795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\documentclass{article}&#10;\usepackage{amsmath}&#10;\pagestyle{empty}&#10;\begin{document}&#10;&#10;$ \lim\limits _{\Delta z \rightarrow 0} \frac{\Delta w }{\Delta z}=f^{\prime}(z_0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608" y="2260884"/>
            <a:ext cx="2333549" cy="47000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41425" y="2234355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Derivable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52" name="图片 51" descr="\documentclass{article}&#10;\usepackage{amsmath}&#10;\pagestyle{empty}&#10;\begin{document}&#10;&#10;$\lim\limits _{\Delta z \rightarrow 0} \frac{\Delta w-f^{\prime}(z_0) \Delta z}{\Delta z}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087" y="2202754"/>
            <a:ext cx="2887675" cy="524866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5320591" y="236127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1813915" y="309041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\documentclass{article}&#10;\usepackage{amsmath}&#10;\pagestyle{empty}&#10;\begin{document}&#10;&#10;$\Delta w-f^{\prime}(z_0) \Delta z=o(|\Delta z|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24" y="3067920"/>
            <a:ext cx="3357677" cy="305410"/>
          </a:xfrm>
          <a:prstGeom prst="rect">
            <a:avLst/>
          </a:prstGeom>
        </p:spPr>
      </p:pic>
      <p:sp>
        <p:nvSpPr>
          <p:cNvPr id="31" name="箭头: 右 30"/>
          <p:cNvSpPr/>
          <p:nvPr/>
        </p:nvSpPr>
        <p:spPr>
          <a:xfrm>
            <a:off x="5796136" y="311261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321512" y="2993833"/>
            <a:ext cx="1922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41425" y="3645024"/>
            <a:ext cx="1922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0" name="图片 39" descr="\documentclass{article}&#10;\usepackage{amsmath}&#10;\pagestyle{empty}&#10;\begin{document}&#10;&#10;$\Delta w=A \Delta z+o(|\Delta z|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33" y="3756885"/>
            <a:ext cx="2805379" cy="305410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\frac{\Delta w}{\Delta z}=A+\frac{o(|\Delta z|)}{\Delta z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3668287"/>
            <a:ext cx="2236623" cy="415138"/>
          </a:xfrm>
          <a:prstGeom prst="rect">
            <a:avLst/>
          </a:prstGeom>
        </p:spPr>
      </p:pic>
      <p:sp>
        <p:nvSpPr>
          <p:cNvPr id="41" name="箭头: 右 40"/>
          <p:cNvSpPr/>
          <p:nvPr/>
        </p:nvSpPr>
        <p:spPr>
          <a:xfrm>
            <a:off x="2341227" y="379900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>
            <a:off x="5821617" y="379900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/>
          <p:cNvSpPr/>
          <p:nvPr/>
        </p:nvSpPr>
        <p:spPr>
          <a:xfrm>
            <a:off x="2335982" y="442435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 descr="\documentclass{article}&#10;\usepackage{amsmath}&#10;\pagestyle{empty}&#10;\begin{document}&#10;&#10;$\lim \limits_{\Delta z \rightarrow 0} \frac{\Delta w}{\Delta z}=A=f^{\prime}(z_0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33" y="4297365"/>
            <a:ext cx="2966314" cy="470002"/>
          </a:xfrm>
          <a:prstGeom prst="rect">
            <a:avLst/>
          </a:prstGeom>
        </p:spPr>
      </p:pic>
      <p:sp>
        <p:nvSpPr>
          <p:cNvPr id="46" name="箭头: 右 45"/>
          <p:cNvSpPr/>
          <p:nvPr/>
        </p:nvSpPr>
        <p:spPr>
          <a:xfrm>
            <a:off x="5938017" y="442435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370065" y="4293096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Derivable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8" name="箭头: 右 47"/>
          <p:cNvSpPr/>
          <p:nvPr/>
        </p:nvSpPr>
        <p:spPr>
          <a:xfrm>
            <a:off x="2314077" y="485839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右 56"/>
          <p:cNvSpPr/>
          <p:nvPr/>
        </p:nvSpPr>
        <p:spPr>
          <a:xfrm>
            <a:off x="2508838" y="561073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 rot="14129256">
            <a:off x="2557349" y="5673010"/>
            <a:ext cx="261913" cy="8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6" grpId="0"/>
      <p:bldP spid="23" grpId="0" animBg="1"/>
      <p:bldP spid="24" grpId="0" animBg="1"/>
      <p:bldP spid="31" grpId="0" animBg="1"/>
      <p:bldP spid="32" grpId="0"/>
      <p:bldP spid="33" grpId="0"/>
      <p:bldP spid="41" grpId="0" animBg="1"/>
      <p:bldP spid="42" grpId="0" animBg="1"/>
      <p:bldP spid="43" grpId="0" animBg="1"/>
      <p:bldP spid="46" grpId="0" animBg="1"/>
      <p:bldP spid="47" grpId="0"/>
      <p:bldP spid="48" grpId="0" animBg="1"/>
      <p:bldP spid="57" grpId="0" animBg="1"/>
      <p:bldP spid="5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536" y="2445884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Continuity: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 derivable: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      , we have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      , we have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that                       is continuous but not derivable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{\text Re}~z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378150"/>
            <a:ext cx="1832762" cy="356311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245" y="2557199"/>
            <a:ext cx="3147365" cy="305410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1813915" y="309041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\documentclass{article}&#10;\usepackage{amsmath}&#10;\pagestyle{empty}&#10;\begin{document}&#10;&#10;$u(x,y)=x,~v(x,y)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045721"/>
            <a:ext cx="3092501" cy="305410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\frac{f(z+\Delta z)-f(z)}{\Delta z}=\frac{\Delta x}{\Delta z}=\frac{\Delta x}{\Delta x+i\Delta y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418" y="4182938"/>
            <a:ext cx="3845964" cy="457199"/>
          </a:xfrm>
          <a:prstGeom prst="rect">
            <a:avLst/>
          </a:prstGeom>
        </p:spPr>
      </p:pic>
      <p:grpSp>
        <p:nvGrpSpPr>
          <p:cNvPr id="23" name="Group 83"/>
          <p:cNvGrpSpPr/>
          <p:nvPr/>
        </p:nvGrpSpPr>
        <p:grpSpPr bwMode="auto">
          <a:xfrm>
            <a:off x="7048326" y="3212976"/>
            <a:ext cx="1816100" cy="1709737"/>
            <a:chOff x="4285" y="925"/>
            <a:chExt cx="1144" cy="1077"/>
          </a:xfrm>
        </p:grpSpPr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4285" y="1683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 flipV="1">
              <a:off x="4598" y="1036"/>
              <a:ext cx="0" cy="9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6" name="Text Box 73"/>
            <p:cNvSpPr txBox="1">
              <a:spLocks noChangeAspect="1" noChangeArrowheads="1"/>
            </p:cNvSpPr>
            <p:nvPr/>
          </p:nvSpPr>
          <p:spPr bwMode="auto">
            <a:xfrm>
              <a:off x="5078" y="1651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27" name="Text Box 74"/>
            <p:cNvSpPr txBox="1">
              <a:spLocks noChangeAspect="1" noChangeArrowheads="1"/>
            </p:cNvSpPr>
            <p:nvPr/>
          </p:nvSpPr>
          <p:spPr bwMode="auto">
            <a:xfrm>
              <a:off x="4631" y="925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y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</p:grpSp>
      <p:sp>
        <p:nvSpPr>
          <p:cNvPr id="28" name="Line 71"/>
          <p:cNvSpPr>
            <a:spLocks noChangeShapeType="1"/>
          </p:cNvSpPr>
          <p:nvPr/>
        </p:nvSpPr>
        <p:spPr bwMode="auto">
          <a:xfrm flipH="1">
            <a:off x="7542038" y="3906713"/>
            <a:ext cx="0" cy="50482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72"/>
          <p:cNvSpPr>
            <a:spLocks noChangeShapeType="1"/>
          </p:cNvSpPr>
          <p:nvPr/>
        </p:nvSpPr>
        <p:spPr bwMode="auto">
          <a:xfrm rot="5400000" flipH="1">
            <a:off x="7788101" y="4162300"/>
            <a:ext cx="0" cy="504825"/>
          </a:xfrm>
          <a:prstGeom prst="line">
            <a:avLst/>
          </a:prstGeom>
          <a:noFill/>
          <a:ln w="22225">
            <a:solidFill>
              <a:srgbClr val="008BD8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" name="图片 36" descr="\documentclass{article}&#10;\usepackage{amsmath}&#10;\pagestyle{empty}&#10;\begin{document}&#10;&#10;$\Delta x\rightarrow0, \Delta y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48" y="4760499"/>
            <a:ext cx="2130553" cy="276149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\Delta y\rightarrow0, \Delta x=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48" y="5496107"/>
            <a:ext cx="2130553" cy="276149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\frac{\Delta x}{\Delta z}\rightarrow 1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695469"/>
            <a:ext cx="974750" cy="376733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$\frac{\Delta x}{\Delta z}\rightarrow 0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743" y="5432138"/>
            <a:ext cx="987551" cy="376733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536" y="2348880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and only if     and    are differentiable——True or False?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and only if the partial derivatives of    and    exists——True or False?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Think about it?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Denote                                           , then it is derivable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391026"/>
            <a:ext cx="3671926" cy="35631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40001"/>
            <a:ext cx="159106" cy="135331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2542078"/>
            <a:ext cx="135332" cy="135331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3648573"/>
            <a:ext cx="159106" cy="135331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645880"/>
            <a:ext cx="135332" cy="135331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Rules for Derivative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 rules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Sum and difference rules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Product rule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Quotient rule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Chain rule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[af(z) \pm bg(z)]^{\prime}=af^{\prime}(z) \pm bg^{\prime}(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443" y="2465930"/>
            <a:ext cx="4325112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[f(z) g(z)]^{\prime}=f^{\prime}(z) g(z)+f(z) g^{\prime}(z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148" y="3542526"/>
            <a:ext cx="4489704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left[\frac{f(z)}{g(z)}\right]^{\prime}=\frac{f^{\prime}(z) g(z)-f(z) g^{\prime}(z)}{[g(z)]^2},(g(z) \neq 0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92" y="4488198"/>
            <a:ext cx="4903013" cy="59070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[f(g(z))]^{\prime}=f^{\prime}(g(z)) g^{\prime}(z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79" y="5661248"/>
            <a:ext cx="3238805" cy="3054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 Functions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</a:t>
            </a: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at point     </a:t>
            </a:r>
            <a:r>
              <a:rPr lang="en-US" altLang="zh-CN" sz="2400" dirty="0">
                <a:cs typeface="Times New Roman" panose="02020503050405090304" pitchFamily="18" charset="0"/>
              </a:rPr>
              <a:t>if it is derivable in a neighborhood of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</a:t>
            </a:r>
            <a:r>
              <a:rPr lang="en-US" altLang="zh-CN" sz="2400" dirty="0">
                <a:cs typeface="Times New Roman" panose="02020503050405090304" pitchFamily="18" charset="0"/>
              </a:rPr>
              <a:t>in a domain if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at all points of this domain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752" y="1895571"/>
            <a:ext cx="153619" cy="276149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994971"/>
            <a:ext cx="239573" cy="18288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348880"/>
            <a:ext cx="239573" cy="18288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11" y="2646029"/>
            <a:ext cx="153619" cy="2761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12788" y="3572953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4158102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At a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point: </a:t>
            </a:r>
            <a:r>
              <a:rPr lang="en-US" altLang="zh-CN" sz="2400" dirty="0">
                <a:cs typeface="Times New Roman" panose="02020503050405090304" pitchFamily="18" charset="0"/>
              </a:rPr>
              <a:t>Analyticity implies derivability, but the converse is not true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In a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domain</a:t>
            </a:r>
            <a:r>
              <a:rPr lang="en-US" altLang="zh-CN" sz="2400" dirty="0">
                <a:cs typeface="Times New Roman" panose="02020503050405090304" pitchFamily="18" charset="0"/>
              </a:rPr>
              <a:t>: Analyticity and derivability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are equivalent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that                     is only derivable at zero; hence it is nowhere analytic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348755"/>
            <a:ext cx="1625803" cy="3819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\begin{aligned}&#10;\lim _{\Delta z \rightarrow 0} \frac{\Delta w}{\Delta z} &amp; =\lim _{\Delta z \rightarrow 0} \frac{(z+\Delta z)(\bar{z}+\overline{\Delta z})-z \bar{z}}{\Delta z} \\&#10;&amp; =\lim _{\Delta z \rightarrow 0}\left(\bar{z}+z \frac{\overline{\Delta z}}{\Delta z}+\overline{\Delta z}\right) 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789" y="2492895"/>
            <a:ext cx="5473598" cy="1572768"/>
          </a:xfrm>
          <a:prstGeom prst="rect">
            <a:avLst/>
          </a:prstGeom>
        </p:spPr>
      </p:pic>
      <p:sp>
        <p:nvSpPr>
          <p:cNvPr id="13" name="箭头: 右 12"/>
          <p:cNvSpPr/>
          <p:nvPr/>
        </p:nvSpPr>
        <p:spPr>
          <a:xfrm>
            <a:off x="1115616" y="278092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7"/>
          <p:cNvSpPr/>
          <p:nvPr/>
        </p:nvSpPr>
        <p:spPr>
          <a:xfrm>
            <a:off x="5004048" y="3248979"/>
            <a:ext cx="576064" cy="90010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8"/>
          <p:cNvCxnSpPr/>
          <p:nvPr/>
        </p:nvCxnSpPr>
        <p:spPr>
          <a:xfrm>
            <a:off x="5580112" y="3663882"/>
            <a:ext cx="1440160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7020272" y="3807898"/>
            <a:ext cx="15841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 not exist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9512" y="4574130"/>
            <a:ext cx="79545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, then                           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, then                  does not exist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34" name="图片 33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28" y="4718163"/>
            <a:ext cx="687629" cy="206654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\lim \limits_{\Delta z \rightarrow 0} \frac{\Delta w}{\Delta z}  =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910" y="4657547"/>
            <a:ext cx="1724558" cy="470002"/>
          </a:xfrm>
          <a:prstGeom prst="rect">
            <a:avLst/>
          </a:prstGeom>
        </p:spPr>
      </p:pic>
      <p:sp>
        <p:nvSpPr>
          <p:cNvPr id="41" name="箭头: 右 40"/>
          <p:cNvSpPr/>
          <p:nvPr/>
        </p:nvSpPr>
        <p:spPr>
          <a:xfrm>
            <a:off x="5380742" y="474163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 descr="\documentclass{article}&#10;\usepackage{amsmath}&#10;\pagestyle{empty}&#10;\begin{document}&#10;&#10;$f^\prime(0)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064" y="4696941"/>
            <a:ext cx="1185062" cy="305410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z\neq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27" y="5447813"/>
            <a:ext cx="687629" cy="279806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$\lim \limits_{\Delta z \rightarrow 0} \frac{\Delta w}{\Delta z}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646" y="5387874"/>
            <a:ext cx="1144828" cy="470002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4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Polynomials and Rational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Polynomials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polynomial has the following form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Polynomials are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in the entire complex plane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c_0+c_1 z+c_2 z^2+\cdots+c_n z^n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35" y="2420888"/>
            <a:ext cx="4641494" cy="32735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2788" y="3566955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Rational functions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6190" y="4090175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quotient of two polynomials is called a rational function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Analytic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except at the points </a:t>
            </a:r>
            <a:r>
              <a:rPr lang="en-US" altLang="zh-CN" sz="2400" dirty="0">
                <a:cs typeface="Times New Roman" panose="02020503050405090304" pitchFamily="18" charset="0"/>
              </a:rPr>
              <a:t>where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f(z)=\frac{g(z)}{h(z)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19" y="4753210"/>
            <a:ext cx="1455725" cy="466344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h(z)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305244"/>
            <a:ext cx="1095451" cy="3054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 the maximum domain where                         is analytic and calculate the derivative in this domain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5496" y="2924944"/>
            <a:ext cx="7954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 is a rational function, thus it is analytic except at the points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Denote                                                        then the derivative is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frac{z+3}{4 z^2-1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349163"/>
            <a:ext cx="1954378" cy="42885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4z^2-1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717032"/>
            <a:ext cx="1503274" cy="256032"/>
          </a:xfrm>
          <a:prstGeom prst="rect">
            <a:avLst/>
          </a:prstGeom>
        </p:spPr>
      </p:pic>
      <p:sp>
        <p:nvSpPr>
          <p:cNvPr id="8" name="箭头: 左右 7"/>
          <p:cNvSpPr/>
          <p:nvPr/>
        </p:nvSpPr>
        <p:spPr>
          <a:xfrm>
            <a:off x="4103552" y="3755591"/>
            <a:ext cx="648072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\documentclass{article}&#10;\usepackage{amsmath}&#10;\pagestyle{empty}&#10;\begin{document}&#10;&#10;$z=\pm\frac{1}{2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150" y="3692788"/>
            <a:ext cx="941832" cy="36576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f^{\prime}(z)=\frac{P^{\prime}(z) Q(z)-P(z) Q^{\prime}(z)}{[Q(z)]^2}=\frac{4 z^2-1-8 z(z+3)}{\left(4 z^2-1\right)^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303078"/>
            <a:ext cx="5663794" cy="51755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P(z)=z+3,~Q(z)=4z^2-1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4501492"/>
            <a:ext cx="3911803" cy="32735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Cauchy-Riemann Equations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4" y="1902"/>
              <a:ext cx="20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Arial" panose="020B0604020202090204" pitchFamily="34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5"/>
    </mc:Choice>
    <mc:Fallback>
      <p:transition spd="slow" advTm="4895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 at point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and             are differentiable and satisfy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Cauchy-Riemann (C-R) equations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5" y="1916832"/>
            <a:ext cx="3147361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301557"/>
            <a:ext cx="1345997" cy="26334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80525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631399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94460"/>
            <a:ext cx="3328294" cy="494514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“Only if” part: If                                  is derivable at point                   , then it is also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r>
              <a:rPr lang="en-US" altLang="zh-CN" sz="2400" dirty="0">
                <a:cs typeface="Times New Roman" panose="02020503050405090304" pitchFamily="18" charset="0"/>
              </a:rPr>
              <a:t>, which yields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Write                          and note that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Delta w=f^{\prime}(z) \Delta z+o(|\Delta z|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932268"/>
            <a:ext cx="3235147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omega=f(z)=u+iv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9" y="1890950"/>
            <a:ext cx="2370125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85671"/>
            <a:ext cx="1345997" cy="263347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f^\prime(z)=a+ib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382372"/>
            <a:ext cx="1808683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Delta w=\Delta u+i \Delta v, \Delta z=\Delta x+i \Delta y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91" y="3749641"/>
            <a:ext cx="4434840" cy="276149"/>
          </a:xfrm>
          <a:prstGeom prst="rect">
            <a:avLst/>
          </a:prstGeom>
        </p:spPr>
      </p:pic>
      <p:sp>
        <p:nvSpPr>
          <p:cNvPr id="21" name="箭头: 右 20"/>
          <p:cNvSpPr/>
          <p:nvPr/>
        </p:nvSpPr>
        <p:spPr>
          <a:xfrm>
            <a:off x="1043608" y="419828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Delta u+i \Delta v=(a+b i)(\Delta x+i \Delta y)+o(|\Delta z|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147513"/>
            <a:ext cx="5559552" cy="305410"/>
          </a:xfrm>
          <a:prstGeom prst="rect">
            <a:avLst/>
          </a:prstGeom>
        </p:spPr>
      </p:pic>
      <p:sp>
        <p:nvSpPr>
          <p:cNvPr id="24" name="箭头: 右 23"/>
          <p:cNvSpPr/>
          <p:nvPr/>
        </p:nvSpPr>
        <p:spPr>
          <a:xfrm>
            <a:off x="1038495" y="494226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\documentclass{article}&#10;\usepackage{amsmath}&#10;\pagestyle{empty}&#10;\begin{document}&#10;&#10;$\left\{\begin{aligned}&#10;\Delta u &amp; =a \Delta x-b \Delta y+o(|\Delta z|) \\&#10;\Delta v &amp; =b \Delta x+a \Delta y+o(|\Delta z|)&#10;\end{aligned}\right.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593995"/>
            <a:ext cx="3886200" cy="912571"/>
          </a:xfrm>
          <a:prstGeom prst="rect">
            <a:avLst/>
          </a:prstGeom>
        </p:spPr>
      </p:pic>
      <p:sp>
        <p:nvSpPr>
          <p:cNvPr id="27" name="箭头: 右 26"/>
          <p:cNvSpPr/>
          <p:nvPr/>
        </p:nvSpPr>
        <p:spPr>
          <a:xfrm>
            <a:off x="1056342" y="578270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 descr="\documentclass{article}&#10;\usepackage{amsmath}&#10;\pagestyle{empty}&#10;\begin{document}&#10;&#10;$a=\frac{\partial u}{\partial x}=\frac{\partial v}{\partial y}, -b=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5669084"/>
            <a:ext cx="4571029" cy="49451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516216" y="4729089"/>
            <a:ext cx="257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7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2061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“If” part: If              and              are differentiable at           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Recall the C-R equations                                  and obtain 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899454"/>
            <a:ext cx="841248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899454"/>
            <a:ext cx="824789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399"/>
            <a:ext cx="645566" cy="305410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left\{\begin{array}{l}&#10;\Delta u=u_x \Delta x+u_y \Delta y+o(|\Delta z|) \\&#10;\Delta v=v_y \Delta y+v_x \Delta x+o(|\Delta z|)&#10;\end{array}\right.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615" y="2501669"/>
            <a:ext cx="4328770" cy="729691"/>
          </a:xfrm>
          <a:prstGeom prst="rect">
            <a:avLst/>
          </a:prstGeom>
        </p:spPr>
      </p:pic>
      <p:pic>
        <p:nvPicPr>
          <p:cNvPr id="34" name="图片 33" descr="\documentclass{article}&#10;\usepackage{amsmath}&#10;\usepackage{xcolor}&#10;\pagestyle{empty}&#10;\begin{document}&#10;&#10;$\left\{\begin{aligned}&#10;\Delta u &amp; =u_x \Delta x {\color{red}-v_x} \Delta y+o(|\Delta z|) \\&#10;\Delta v &amp; ={\color{red}u_x} \Delta y+v_x \Delta x+o(|\Delta z|)&#10;\end{aligned}\right.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615" y="3836810"/>
            <a:ext cx="4222699" cy="912571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1619672" y="418508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\documentclass{article}&#10;\usepackage{amsmath}&#10;\pagestyle{empty}&#10;\begin{document}&#10;&#10;$u_x=v_y, u_y=-v_x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3449982"/>
            <a:ext cx="2382926" cy="2231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\Delta w=\Delta u+i \Delta v=\left(u_x+i v_x\right)(\Delta x+i \Delta y)+o(|\Delta z|)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2" y="4910428"/>
            <a:ext cx="6828739" cy="305410"/>
          </a:xfrm>
          <a:prstGeom prst="rect">
            <a:avLst/>
          </a:prstGeom>
        </p:spPr>
      </p:pic>
      <p:sp>
        <p:nvSpPr>
          <p:cNvPr id="37" name="箭头: 右 36"/>
          <p:cNvSpPr/>
          <p:nvPr/>
        </p:nvSpPr>
        <p:spPr>
          <a:xfrm>
            <a:off x="323528" y="495512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Oval 17"/>
          <p:cNvSpPr/>
          <p:nvPr/>
        </p:nvSpPr>
        <p:spPr>
          <a:xfrm>
            <a:off x="5004048" y="4853695"/>
            <a:ext cx="1368152" cy="44751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箭头: 左弧形 45"/>
          <p:cNvSpPr/>
          <p:nvPr/>
        </p:nvSpPr>
        <p:spPr>
          <a:xfrm rot="16045300">
            <a:off x="6462140" y="4640710"/>
            <a:ext cx="336346" cy="16078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箭头: 右 46"/>
          <p:cNvSpPr/>
          <p:nvPr/>
        </p:nvSpPr>
        <p:spPr>
          <a:xfrm>
            <a:off x="312788" y="573325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69190" y="5610435"/>
            <a:ext cx="4278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   </a:t>
            </a:r>
            <a:r>
              <a:rPr lang="en-US" altLang="zh-CN" sz="2400" dirty="0"/>
              <a:t>is</a:t>
            </a:r>
            <a:r>
              <a:rPr lang="en-US" altLang="zh-CN" sz="2400" dirty="0">
                <a:solidFill>
                  <a:srgbClr val="FF0000"/>
                </a:solidFill>
              </a:rPr>
              <a:t> derivable </a:t>
            </a:r>
            <a:r>
              <a:rPr lang="en-US" altLang="zh-CN" sz="2400" dirty="0"/>
              <a:t>at                    and</a:t>
            </a:r>
            <a:endParaRPr lang="zh-CN" altLang="en-US" sz="2400" dirty="0"/>
          </a:p>
        </p:txBody>
      </p:sp>
      <p:pic>
        <p:nvPicPr>
          <p:cNvPr id="50" name="图片 49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2" y="5703192"/>
            <a:ext cx="153619" cy="276149"/>
          </a:xfrm>
          <a:prstGeom prst="rect">
            <a:avLst/>
          </a:prstGeom>
        </p:spPr>
      </p:pic>
      <p:pic>
        <p:nvPicPr>
          <p:cNvPr id="52" name="图片 51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715" y="5733256"/>
            <a:ext cx="1345997" cy="263347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$f^\prime(z)=u_x+iv_x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512" y="5712224"/>
            <a:ext cx="2119579" cy="30541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7" grpId="0" animBg="1"/>
      <p:bldP spid="38" grpId="0" animBg="1"/>
      <p:bldP spid="46" grpId="0" animBg="1"/>
      <p:bldP spid="47" grpId="0" animBg="1"/>
      <p:bldP spid="4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Equation for derivative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206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Based on the proof, we have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usepackage{xcolor}&#10;\pagestyle{empty}&#10;\begin{document}&#10;&#10;$\begin{aligned}&#10;f^\prime(z)={\color{red}u_x+iv_x}=u_x-iu_y\\&#10;=v_y-iu_y=v_y+iv_x&#10;\end{aligned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360" y="2420888"/>
            <a:ext cx="3648455" cy="788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in a domain     if and only if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and             are differentiable in     and satisfy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Cauchy-Riemann (C-R) equations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5" y="1916832"/>
            <a:ext cx="3147361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247213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886" y="2245492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94460"/>
            <a:ext cx="3328294" cy="494514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993" y="2298022"/>
            <a:ext cx="234086" cy="208483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58920"/>
            <a:ext cx="234086" cy="208483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Corollary: A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sufficient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condition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two real functions             and             have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continuous</a:t>
            </a:r>
            <a:r>
              <a:rPr lang="en-US" altLang="zh-CN" sz="2400" dirty="0">
                <a:cs typeface="Times New Roman" panose="02020503050405090304" pitchFamily="18" charset="0"/>
              </a:rPr>
              <a:t> first partial derivatives that satisfy the C-R equations in domain    , then the complex function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     is analytic in domain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923" y="1887277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897341"/>
            <a:ext cx="824789" cy="30541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679862"/>
            <a:ext cx="234086" cy="208483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u_x,u_y,v_x,v_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125089"/>
            <a:ext cx="1609344" cy="223114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79627"/>
            <a:ext cx="3147361" cy="305410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3028090"/>
            <a:ext cx="234086" cy="208483"/>
          </a:xfrm>
          <a:prstGeom prst="rect">
            <a:avLst/>
          </a:prstGeom>
        </p:spPr>
      </p:pic>
      <p:sp>
        <p:nvSpPr>
          <p:cNvPr id="11" name="Oval 17"/>
          <p:cNvSpPr/>
          <p:nvPr/>
        </p:nvSpPr>
        <p:spPr>
          <a:xfrm>
            <a:off x="2370970" y="2145405"/>
            <a:ext cx="2921110" cy="46805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8"/>
          <p:cNvCxnSpPr/>
          <p:nvPr/>
        </p:nvCxnSpPr>
        <p:spPr>
          <a:xfrm>
            <a:off x="3707904" y="2622652"/>
            <a:ext cx="1584176" cy="1369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25803" cy="38191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\bar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46897"/>
            <a:ext cx="1297229" cy="356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at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(z)=x^2+y^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1911096" cy="327355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851920" y="308530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\documentclass{article}&#10;\usepackage{amsmath}&#10;\pagestyle{empty}&#10;\begin{document}&#10;&#10;\noindent$u(x,y)=x^2+y^2$\\&#10;$ v(x,y)=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72" y="2888535"/>
            <a:ext cx="2223821" cy="691286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755576" y="436510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 descr="\documentclass{article}&#10;\usepackage{amsmath}&#10;\pagestyle{empty}&#10;\begin{document}&#10;&#10;$\begin{aligned}&#10; \frac{\partial u}{\partial x}=2x,&amp; \quad \frac{\partial u}{\partial y}=2y \\&#10; \frac{\partial v}{\partial y}=0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83" y="3775664"/>
            <a:ext cx="2637129" cy="149595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300192" y="4249633"/>
            <a:ext cx="198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  <p:pic>
        <p:nvPicPr>
          <p:cNvPr id="29" name="图片 28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642633"/>
            <a:ext cx="687629" cy="206654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25803" cy="38191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\bar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46897"/>
            <a:ext cx="1297229" cy="356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Does not satisfy C-R equations at any point, thus not derivable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8" name="图片 7" descr="\documentclass{article}&#10;\usepackage{amsmath}&#10;\pagestyle{empty}&#10;\begin{document}&#10;&#10;$f(z)=x-i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1761134" cy="305409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851920" y="308530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\documentclass{article}&#10;\usepackage{amsmath}&#10;\pagestyle{empty}&#10;\begin{document}&#10;&#10;\noindent$u(x,y)=x$\\&#10;$ v(x,y)=-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72" y="2888535"/>
            <a:ext cx="1645920" cy="669340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\begin{aligned}&#10; \frac{\partial u}{\partial x}=1,&amp; \quad \frac{\partial u}{\partial y}=0 \\&#10; \frac{\partial v}{\partial y}=-1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25" y="3636739"/>
            <a:ext cx="2523743" cy="149595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39268" y="4141621"/>
            <a:ext cx="198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bar{z}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08734" cy="38191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2246897"/>
            <a:ext cx="2351227" cy="38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at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f(z)=\left(x^3+x y^2\right)+i\left(x^2 y+y^3\right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4286706" cy="365759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begin{aligned}&#10;\frac{\partial u}{\partial x}=3 x^2+y^2, &amp;\quad \frac{\partial u}{\partial y}=2 x y \\&#10;\frac{\partial v}{\partial y}=x^2+3 y^2, &amp;\quad \frac{\partial v}{\partial x}=2 x y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9" y="3579823"/>
            <a:ext cx="3613709" cy="1495959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274148"/>
            <a:ext cx="687629" cy="206654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bar{z}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08734" cy="38191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2246897"/>
            <a:ext cx="2351227" cy="38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when </a:t>
            </a:r>
            <a:r>
              <a:rPr lang="en-US" altLang="zh-CN" sz="2400" i="1" dirty="0">
                <a:cs typeface="Times New Roman" panose="02020503050405090304" pitchFamily="18" charset="0"/>
              </a:rPr>
              <a:t>x=y</a:t>
            </a:r>
            <a:r>
              <a:rPr lang="en-US" altLang="zh-CN" sz="2400" dirty="0">
                <a:cs typeface="Times New Roman" panose="02020503050405090304" pitchFamily="18" charset="0"/>
              </a:rPr>
              <a:t>, thus only derivable at a line and nowhere analytic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7" y="3029637"/>
            <a:ext cx="2015337" cy="327355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pagestyle{empty}&#10;\begin{document}&#10;&#10;$\begin{aligned}&#10; \frac{\partial u}{\partial x}=2x,&amp; \quad \frac{\partial u}{\partial y}=0 \\&#10; \frac{\partial v}{\partial y}=2y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25" y="3636738"/>
            <a:ext cx="2476194" cy="149595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8144" y="2956972"/>
            <a:ext cx="1963082" cy="1987468"/>
          </a:xfrm>
          <a:prstGeom prst="rect">
            <a:avLst/>
          </a:prstGeom>
        </p:spPr>
      </p:pic>
      <p:sp>
        <p:nvSpPr>
          <p:cNvPr id="25" name="箭头: 右 24"/>
          <p:cNvSpPr/>
          <p:nvPr/>
        </p:nvSpPr>
        <p:spPr>
          <a:xfrm>
            <a:off x="5163189" y="404841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Example-Exponential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defined as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e^z=e^x(\cos y+i\sin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002332"/>
            <a:ext cx="4521099" cy="35631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6190" y="2492896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and analytic in the entire complex plane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8" name="箭头: 下 17"/>
          <p:cNvSpPr/>
          <p:nvPr/>
        </p:nvSpPr>
        <p:spPr>
          <a:xfrm>
            <a:off x="3990565" y="4710628"/>
            <a:ext cx="288032" cy="2914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665621" y="5157192"/>
            <a:ext cx="4937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first partial derivative </a:t>
            </a:r>
            <a:r>
              <a:rPr lang="en-US" altLang="zh-CN" sz="2400" dirty="0">
                <a:solidFill>
                  <a:srgbClr val="FF0000"/>
                </a:solidFill>
              </a:rPr>
              <a:t>continuous</a:t>
            </a:r>
            <a:r>
              <a:rPr lang="en-US" altLang="zh-CN" sz="2400" dirty="0"/>
              <a:t> Satisfy </a:t>
            </a:r>
            <a:r>
              <a:rPr lang="en-US" altLang="zh-CN" sz="2400" dirty="0">
                <a:solidFill>
                  <a:srgbClr val="FF0000"/>
                </a:solidFill>
              </a:rPr>
              <a:t>C-R equations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98" y="2958229"/>
            <a:ext cx="4347397" cy="1674819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Example-A Property of Analytic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                     and                      are both analytic in a domain    , prove that                                        where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 constant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f=u+iv_1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70807"/>
            <a:ext cx="1715414" cy="322174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g=u+iv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215" y="1385742"/>
            <a:ext cx="1704746" cy="307239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837071"/>
            <a:ext cx="273101" cy="243230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v_1(x,y)=v_2(x,y)+c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808439"/>
            <a:ext cx="3354019" cy="356311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frac{\partial u}{\partial x}=\frac{\partial v_1}{\partial y}=\frac{\partial v_2}{\partial y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51" y="2949125"/>
            <a:ext cx="2008022" cy="424282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67544" y="2905595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Analytic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箭头: 右 24"/>
          <p:cNvSpPr/>
          <p:nvPr/>
        </p:nvSpPr>
        <p:spPr>
          <a:xfrm>
            <a:off x="1835696" y="306896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\frac{\partial u}{\partial y}=-\frac{\partial v_1}{\partial x}=-\frac{\partial v_2}{\partial x}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121" y="3573016"/>
            <a:ext cx="2479852" cy="424282"/>
          </a:xfrm>
          <a:prstGeom prst="rect">
            <a:avLst/>
          </a:prstGeom>
        </p:spPr>
      </p:pic>
      <p:sp>
        <p:nvSpPr>
          <p:cNvPr id="29" name="箭头: 右 28"/>
          <p:cNvSpPr/>
          <p:nvPr/>
        </p:nvSpPr>
        <p:spPr>
          <a:xfrm>
            <a:off x="1835696" y="440979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Oval 17"/>
          <p:cNvSpPr/>
          <p:nvPr/>
        </p:nvSpPr>
        <p:spPr>
          <a:xfrm>
            <a:off x="3131840" y="2702905"/>
            <a:ext cx="2232248" cy="148677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图片 32" descr="\documentclass{article}&#10;\usepackage{amsmath}&#10;\pagestyle{empty}&#10;\begin{document}&#10;&#10;$v_1(x,y)=v_2(x,y)+c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365104"/>
            <a:ext cx="2874874" cy="30541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9" grpId="0" animBg="1"/>
      <p:bldP spid="30" grpId="0" animBg="1"/>
    </p:bldLst>
  </p:timing>
</p:sld>
</file>

<file path=ppt/tags/tag1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=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\leq\rho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\leq|z-a|\leq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p="http://schemas.openxmlformats.org/presentationml/2006/main">
  <p:tag name="OUTPUTDPI" val="1200"/>
  <p:tag name="ORIGINALHEIGHT" val="81"/>
  <p:tag name="ORIGINALWIDTH" val="105"/>
  <p:tag name="LATEXADDIN" val="\documentclass{article}&#10;\usepackage{amsmath}&#10;\pagestyle{empty}&#10;\begin{document}&#10;&#10;$\rho_2$&#10;&#10;&#10;\end{document}"/>
  <p:tag name="IGUANATEXSIZE" val="20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p="http://schemas.openxmlformats.org/presentationml/2006/main">
  <p:tag name="TIMING" val="|29"/>
</p:tagLst>
</file>

<file path=ppt/tags/tag19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p="http://schemas.openxmlformats.org/presentationml/2006/main">
  <p:tag name="OUTPUTDPI" val="1200"/>
  <p:tag name="ORIGINALHEIGHT" val="125.25"/>
  <p:tag name="ORIGINALWIDTH" val="803.25"/>
  <p:tag name="LATEXADDIN" val="\documentclass{article}&#10;\usepackage{amsmath}&#10;\pagestyle{empty}&#10;\begin{document}&#10;&#10;$0&lt;|z-a|&lt;\rho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p="http://schemas.openxmlformats.org/presentationml/2006/main">
  <p:tag name="TIMING" val="|29"/>
</p:tagLst>
</file>

<file path=ppt/tags/tag32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p="http://schemas.openxmlformats.org/presentationml/2006/main">
  <p:tag name="TIMING" val="|29"/>
</p:tagLst>
</file>

<file path=ppt/tags/tag42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p="http://schemas.openxmlformats.org/presentationml/2006/main">
  <p:tag name="TIMING" val="|29"/>
</p:tagLst>
</file>

<file path=ppt/tags/tag44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p="http://schemas.openxmlformats.org/presentationml/2006/main">
  <p:tag name="TIMING" val="|29"/>
</p:tagLst>
</file>

<file path=ppt/tags/tag47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p="http://schemas.openxmlformats.org/presentationml/2006/main">
  <p:tag name="TIMING" val="|29"/>
</p:tagLst>
</file>

<file path=ppt/tags/tag49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=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p="http://schemas.openxmlformats.org/presentationml/2006/main">
  <p:tag name="TIMING" val="|29"/>
</p:tagLst>
</file>

<file path=ppt/tags/tag5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&#10;$D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&#10;$D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p="http://schemas.openxmlformats.org/presentationml/2006/main">
  <p:tag name="TIMING" val="|29"/>
</p:tagLst>
</file>

<file path=ppt/tags/tag55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p="http://schemas.openxmlformats.org/presentationml/2006/main">
  <p:tag name="TIMING" val="|29"/>
</p:tagLst>
</file>

<file path=ppt/tags/tag58.xml><?xml version="1.0" encoding="utf-8"?>
<p:tagLst xmlns:p="http://schemas.openxmlformats.org/presentationml/2006/main">
  <p:tag name="TIMING" val="|29"/>
</p:tagLst>
</file>

<file path=ppt/tags/tag59.xml><?xml version="1.0" encoding="utf-8"?>
<p:tagLst xmlns:p="http://schemas.openxmlformats.org/presentationml/2006/main">
  <p:tag name="OUTPUTDPI" val="1200"/>
  <p:tag name="ORIGINALHEIGHT" val="90"/>
  <p:tag name="ORIGINALWIDTH" val="601.5"/>
  <p:tag name="LATEXADDIN" val="\documentclass{article}&#10;\usepackage{amsmath}&#10;\pagestyle{empty}&#10;\begin{document}&#10;&#10;$A\cup B=X$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0.xml><?xml version="1.0" encoding="utf-8"?>
<p:tagLst xmlns:p="http://schemas.openxmlformats.org/presentationml/2006/main">
  <p:tag name="OUTPUTDPI" val="1200"/>
  <p:tag name="ORIGINALHEIGHT" val="150"/>
  <p:tag name="ORIGINALWIDTH" val="1235.25"/>
  <p:tag name="LATEXADDIN" val="\documentclass{article}&#10;\usepackage{amsmath}&#10;\pagestyle{empty}&#10;\begin{document}&#10;&#10;$\left(\bar{A}\cap B\right)\cup\left({A}\cap \bar{B}\right)=\emptyset$&#10;&#10;&#10;\end{document}"/>
  <p:tag name="IGUANATEXSIZE" val="24"/>
  <p:tag name="IGUANATEXCURSOR" val="13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1.xml><?xml version="1.0" encoding="utf-8"?>
<p:tagLst xmlns:p="http://schemas.openxmlformats.org/presentationml/2006/main">
  <p:tag name="TIMING" val="|29"/>
</p:tagLst>
</file>

<file path=ppt/tags/tag62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63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6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5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6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7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8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9.xml><?xml version="1.0" encoding="utf-8"?>
<p:tagLst xmlns:p="http://schemas.openxmlformats.org/presentationml/2006/main">
  <p:tag name="OUTPUTDPI" val="1200"/>
  <p:tag name="ORIGINALHEIGHT" val="125.25"/>
  <p:tag name="ORIGINALWIDTH" val="224.25"/>
  <p:tag name="LATEXADDIN" val="\documentclass{article}&#10;\usepackage{amsmath}&#10;\pagestyle{empty}&#10;\begin{document}&#10;&#10;$f(x)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0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71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72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3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4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5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6.xml><?xml version="1.0" encoding="utf-8"?>
<p:tagLst xmlns:p="http://schemas.openxmlformats.org/presentationml/2006/main">
  <p:tag name="OUTPUTDPI" val="1200"/>
  <p:tag name="ORIGINALHEIGHT" val="125.25"/>
  <p:tag name="ORIGINALWIDTH" val="216"/>
  <p:tag name="LATEXADDIN" val="\documentclass{article}&#10;\usepackage{amsmath}&#10;\pagestyle{empty}&#10;\begin{document}&#10;&#10;$f(z)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&#10;$f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8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&#10;$f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9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80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</p:tagLst>
</file>

<file path=ppt/tags/tag82.xml><?xml version="1.0" encoding="utf-8"?>
<p:tagLst xmlns:p="http://schemas.openxmlformats.org/presentationml/2006/main">
  <p:tag name="TIMING" val="|29"/>
</p:tagLst>
</file>

<file path=ppt/tags/tag83.xml><?xml version="1.0" encoding="utf-8"?>
<p:tagLst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$z=x+iy$&#10;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p="http://schemas.openxmlformats.org/presentationml/2006/main">
  <p:tag name="OUTPUTDPI" val="1200"/>
  <p:tag name="ORIGINALHEIGHT" val="530.25"/>
  <p:tag name="ORIGINALWIDTH" val="1298.25"/>
  <p:tag name="LATEXADDIN" val="\documentclass{article}&#10;\usepackage{amsmath}&#10;\pagestyle{empty}&#10;\begin{document}&#10;&#10;\begin{align}&#10;f(z)=\ &amp;z^2=(x+i y)^2\nonumber\\&#10;=\ &amp;x^2-y^2+2 i x y\nonumber\\&#10;=\ &amp;u(x, y)+i v(x, y)\nonumber&#10;\end{align}&#10;&#10;&#10;\end{document}"/>
  <p:tag name="IGUANATEXSIZE" val="24"/>
  <p:tag name="IGUANATEXCURSOR" val="189"/>
  <p:tag name="TRANSPARENCY" val="True"/>
  <p:tag name="LATEXENGINEID" val="0"/>
  <p:tag name="TEMPFOLDER" val="C:\CTEX\iguanatex\"/>
  <p:tag name="LATEXFORMHEIGHT" val="396"/>
  <p:tag name="LATEXFORMWIDTH" val="384"/>
  <p:tag name="LATEXFORMWRAP" val="True"/>
  <p:tag name="BITMAPVECTOR" val="0"/>
</p:tagLst>
</file>

<file path=ppt/tags/tag86.xml><?xml version="1.0" encoding="utf-8"?>
<p:tagLst xmlns:p="http://schemas.openxmlformats.org/presentationml/2006/main">
  <p:tag name="TIMING" val="|29"/>
</p:tagLst>
</file>

<file path=ppt/tags/tag87.xml><?xml version="1.0" encoding="utf-8"?>
<p:tagLst xmlns:p="http://schemas.openxmlformats.org/presentationml/2006/main">
  <p:tag name="OUTPUTDPI" val="1200"/>
  <p:tag name="ORIGINALHEIGHT" val="125.25"/>
  <p:tag name="ORIGINALWIDTH" val="1959.75"/>
  <p:tag name="LATEXADDIN" val="\documentclass{article}&#10;\usepackage{amsmath}&#10;\pagestyle{empty}&#10;\begin{document}&#10;&#10;$f(z)=f(x+i y)=u(x, y)+i v(x, y)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p="http://schemas.openxmlformats.org/presentationml/2006/main">
  <p:tag name="TIMING" val="|29"/>
</p:tagLst>
</file>

<file path=ppt/tags/tag89.xml><?xml version="1.0" encoding="utf-8"?>
<p:tagLst xmlns:p="http://schemas.openxmlformats.org/presentationml/2006/main">
  <p:tag name="OUTPUTDPI" val="1200"/>
  <p:tag name="ORIGINALHEIGHT" val="134.25"/>
  <p:tag name="ORIGINALWIDTH" val="786.75"/>
  <p:tag name="LATEXADDIN" val="\documentclass{article}&#10;\usepackage{amsmath}&#10;\pagestyle{empty}&#10;\begin{document}&#10;&#10;&#10;$f(z)=z^2+3z$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p="http://schemas.openxmlformats.org/presentationml/2006/main">
  <p:tag name="OUTPUTDPI" val="1200"/>
  <p:tag name="ORIGINALHEIGHT" val="93"/>
  <p:tag name="ORIGINALWIDTH" val="537.75"/>
  <p:tag name="LATEXADDIN" val="\documentclass{article}&#10;\usepackage{amsmath}&#10;\pagestyle{empty}&#10;\begin{document}&#10;&#10;&#10;$z=1+3i$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p="http://schemas.openxmlformats.org/presentationml/2006/main">
  <p:tag name="OUTPUTDPI" val="1200"/>
  <p:tag name="ORIGINALHEIGHT" val="732"/>
  <p:tag name="ORIGINALWIDTH" val="1943.25"/>
  <p:tag name="LATEXADDIN" val="\documentclass{article}&#10;\usepackage{amsmath}&#10;\pagestyle{empty}&#10;\begin{document}&#10;&#10;&#10;\begin{align}&#10;f(z)=\ &amp;z^2+3z\nonumber\\&#10;=\ &amp;(x+iy)^2+3(x+iy)\nonumber\\&#10;=\ &amp;(x^2-y^2+3x)+i(2xy+3y)\nonumber\\&#10;=\ &amp;u(x,y)+iv(x,y)\nonumber&#10;\end{align}&#10;&#10;\end{document}"/>
  <p:tag name="IGUANATEXSIZE" val="24"/>
  <p:tag name="IGUANATEXCURSOR" val="219"/>
  <p:tag name="TRANSPARENCY" val="True"/>
  <p:tag name="LATEXENGINEID" val="0"/>
  <p:tag name="TEMPFOLDER" val="C:\CTEX\iguanatex\"/>
  <p:tag name="LATEXFORMHEIGHT" val="409.5"/>
  <p:tag name="LATEXFORMWIDTH" val="384"/>
  <p:tag name="LATEXFORMWRAP" val="True"/>
  <p:tag name="BITMAPVECTOR" val="0"/>
</p:tagLst>
</file>

<file path=ppt/tags/tag94.xml><?xml version="1.0" encoding="utf-8"?>
<p:tagLst xmlns:p="http://schemas.openxmlformats.org/presentationml/2006/main">
  <p:tag name="OUTPUTDPI" val="1200"/>
  <p:tag name="ORIGINALHEIGHT" val="306.75"/>
  <p:tag name="ORIGINALWIDTH" val="2301.75"/>
  <p:tag name="LATEXADDIN" val="\documentclass{article}&#10;\usepackage{amsmath}&#10;\pagestyle{empty}&#10;\begin{document}&#10;&#10;\begin{align}&#10;f(1+3 i)=\ &amp;(1+3 i)^2+3(1+3 i)\nonumber\\&#10;=\ &amp;1-9+6 i+3+9 i=-5+15 i\nonumber&#10;\end{align}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p="http://schemas.openxmlformats.org/presentationml/2006/main">
  <p:tag name="OUTPUTDPI" val="1200"/>
  <p:tag name="ORIGINALHEIGHT" val="125.25"/>
  <p:tag name="ORIGINALWIDTH" val="663.75"/>
  <p:tag name="LATEXADDIN" val="\documentclass{article}&#10;\usepackage{amsmath}&#10;\pagestyle{empty}&#10;\begin{document}&#10;&#10;$u(1,3)=-5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p="http://schemas.openxmlformats.org/presentationml/2006/main">
  <p:tag name="OUTPUTDPI" val="1200"/>
  <p:tag name="ORIGINALHEIGHT" val="125.25"/>
  <p:tag name="ORIGINALWIDTH" val="623.25"/>
  <p:tag name="LATEXADDIN" val="\documentclass{article}&#10;\usepackage{amsmath}&#10;\pagestyle{empty}&#10;\begin{document}&#10;&#10;$v(1,3)=15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p="http://schemas.openxmlformats.org/presentationml/2006/main">
  <p:tag name="TIMING" val="|29"/>
</p:tagLst>
</file>

<file path=ppt/tags/tag98.xml><?xml version="1.0" encoding="utf-8"?>
<p:tagLst xmlns:p="http://schemas.openxmlformats.org/presentationml/2006/main">
  <p:tag name="OUTPUTDPI" val="1200"/>
  <p:tag name="ORIGINALHEIGHT" val="181.5"/>
  <p:tag name="ORIGINALWIDTH" val="695.25"/>
  <p:tag name="LATEXADDIN" val="\documentclass{article}&#10;\usepackage{amsmath}&#10;\pagestyle{empty}&#10;\begin{document}&#10;&#10;$\lim\limits_{z\rightarrow z_0}f(z)=l$&#10;&#10;&#10;\end{document}"/>
  <p:tag name="IGUANATEXSIZE" val="24"/>
  <p:tag name="IGUANATEXCURSOR" val="11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p="http://schemas.openxmlformats.org/presentationml/2006/main">
  <p:tag name="OUTPUTDPI" val="1200"/>
  <p:tag name="ORIGINALHEIGHT" val="87.75"/>
  <p:tag name="ORIGINALWIDTH" val="27"/>
  <p:tag name="LATEXADDIN" val="\documentclass{article}&#10;\usepackage{amsmath}&#10;\pagestyle{empty}&#10;\begin{document}&#10;&#10;$l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p="http://schemas.openxmlformats.org/presentationml/2006/main">
  <p:tag name="OUTPUTDPI" val="1200"/>
  <p:tag name="ORIGINALHEIGHT" val="91.5"/>
  <p:tag name="ORIGINALWIDTH" val="263.25"/>
  <p:tag name="LATEXADDIN" val="\documentclass{article}&#10;\usepackage{amsmath}&#10;\pagestyle{empty}&#10;\begin{document}&#10;&#10;&#10;$\varepsilon-\delta$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8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p="http://schemas.openxmlformats.org/presentationml/2006/main">
  <p:tag name="OUTPUTDPI" val="1200"/>
  <p:tag name="ORIGINALHEIGHT" val="114"/>
  <p:tag name="ORIGINALWIDTH" val="764.25"/>
  <p:tag name="LATEXADDIN" val="\documentclass{article}&#10;\usepackage{amsmath}&#10;\pagestyle{empty}&#10;\begin{document}&#10;&#10;$\forall \varepsilon&gt;0, \exists \delta&gt;0$&#10;&#10;&#10;\end{document}"/>
  <p:tag name="IGUANATEXSIZE" val="24"/>
  <p:tag name="IGUANATEXCURSOR" val="11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p="http://schemas.openxmlformats.org/presentationml/2006/main">
  <p:tag name="OUTPUTDPI" val="1200"/>
  <p:tag name="ORIGINALHEIGHT" val="125.25"/>
  <p:tag name="ORIGINALWIDTH" val="700.5"/>
  <p:tag name="LATEXADDIN" val="\documentclass{article}&#10;\usepackage{amsmath}&#10;\pagestyle{empty}&#10;\begin{document}&#10;&#10;&#10;$|f(z)-l|&lt;\varepsilon$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p="http://schemas.openxmlformats.org/presentationml/2006/main">
  <p:tag name="OUTPUTDPI" val="1200"/>
  <p:tag name="ORIGINALHEIGHT" val="125.25"/>
  <p:tag name="ORIGINALWIDTH" val="844.5"/>
  <p:tag name="LATEXADDIN" val="\documentclass{article}&#10;\usepackage{amsmath}&#10;\pagestyle{empty}&#10;\begin{document}&#10;&#10;$0&lt;\left|z-z_0\right|&lt;\delta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p="http://schemas.openxmlformats.org/presentationml/2006/main">
  <p:tag name="OUTPUTDPI" val="1200"/>
  <p:tag name="ORIGINALHEIGHT" val="75"/>
  <p:tag name="ORIGINALWIDTH" val="327.75"/>
  <p:tag name="LATEXADDIN" val="\documentclass{article}&#10;\usepackage{amsmath}&#10;\pagestyle{empty}&#10;\begin{document}&#10;$z=z_0$&#10;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$z$&#10;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$z_0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p="http://schemas.openxmlformats.org/presentationml/2006/main">
  <p:tag name="TIMING" val="|29"/>
</p:tagLst>
</file>

<file path=ppt/tags/tag111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$z$&#10;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p="http://schemas.openxmlformats.org/presentationml/2006/main">
  <p:tag name="OUTPUTDPI" val="1200"/>
  <p:tag name="ORIGINALHEIGHT" val="90"/>
  <p:tag name="ORIGINALWIDTH" val="51"/>
  <p:tag name="LATEXADDIN" val="\documentclass{article}&#10;\usepackage{amsmath}&#10;\pagestyle{empty}&#10;\begin{document}&#10;$\delta$&#10;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$z_0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p="http://schemas.openxmlformats.org/presentationml/2006/main">
  <p:tag name="OUTPUTDPI" val="1200"/>
  <p:tag name="ORIGINALHEIGHT" val="125.25"/>
  <p:tag name="ORIGINALWIDTH" val="216"/>
  <p:tag name="LATEXADDIN" val="\documentclass{article}&#10;\usepackage{amsmath}&#10;\pagestyle{empty}&#10;\begin{document}&#10;$f(z)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p="http://schemas.openxmlformats.org/presentationml/2006/main">
  <p:tag name="OUTPUTDPI" val="1200"/>
  <p:tag name="ORIGINALHEIGHT" val="57.75"/>
  <p:tag name="ORIGINALWIDTH" val="50.25"/>
  <p:tag name="LATEXADDIN" val="\documentclass{article}&#10;\usepackage{amsmath}&#10;\pagestyle{empty}&#10;\begin{document}&#10;$\varepsilon$&#10;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p="http://schemas.openxmlformats.org/presentationml/2006/main">
  <p:tag name="OUTPUTDPI" val="1200"/>
  <p:tag name="ORIGINALHEIGHT" val="87.75"/>
  <p:tag name="ORIGINALWIDTH" val="27"/>
  <p:tag name="LATEXADDIN" val="\documentclass{article}&#10;\usepackage{amsmath}&#10;\pagestyle{empty}&#10;\begin{document}&#10;&#10;$l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p="http://schemas.openxmlformats.org/presentationml/2006/main">
  <p:tag name="TIMING" val="|29"/>
</p:tagLst>
</file>

<file path=ppt/tags/tag118.xml><?xml version="1.0" encoding="utf-8"?>
<p:tagLst xmlns:p="http://schemas.openxmlformats.org/presentationml/2006/main">
  <p:tag name="OUTPUTDPI" val="1200"/>
  <p:tag name="ORIGINALHEIGHT" val="181.5"/>
  <p:tag name="ORIGINALWIDTH" val="1625.25"/>
  <p:tag name="LATEXADDIN" val="\documentclass{article}&#10;\usepackage{amsmath}&#10;\pagestyle{empty}&#10;\begin{document}&#10;&#10;$\lim\limits_{z \rightarrow z_0} f(z)=A, ~\lim\limits_{z \rightarrow z_0} g(z)=B$&#10;&#10;&#10;\end{document}"/>
  <p:tag name="IGUANATEXSIZE" val="24"/>
  <p:tag name="IGUANATEXCURSOR" val="134"/>
  <p:tag name="TRANSPARENCY" val="True"/>
  <p:tag name="LATEXENGINEID" val="0"/>
  <p:tag name="TEMPFOLDER" val="C:\CTEX\iguanatex\"/>
  <p:tag name="LATEXFORMHEIGHT" val="441.75"/>
  <p:tag name="LATEXFORMWIDTH" val="384"/>
  <p:tag name="LATEXFORMWRAP" val="True"/>
  <p:tag name="BITMAPVECTOR" val="0"/>
</p:tagLst>
</file>

<file path=ppt/tags/tag119.xml><?xml version="1.0" encoding="utf-8"?>
<p:tagLst xmlns:p="http://schemas.openxmlformats.org/presentationml/2006/main">
  <p:tag name="OUTPUTDPI" val="1200"/>
  <p:tag name="ORIGINALHEIGHT" val="791.25"/>
  <p:tag name="ORIGINALWIDTH" val="1427.25"/>
  <p:tag name="LATEXADDIN" val="\documentclass{article}&#10;\usepackage{amsmath}&#10;\pagestyle{empty}&#10;\begin{document}&#10;&#10;\begin{align}&#10;&amp; \lim _{z \rightarrow z_0}[f(z) \pm g(z)]=A \pm B \nonumber\\&#10;&amp; \lim _{z \rightarrow z_0}[f(z) \cdot g(z)]=A \cdot B \nonumber\\&#10;&amp; \lim _{z \rightarrow z_0} \frac{f(z)}{g(z)}=\frac{A}{B}, \quad(B \neq 0)\nonumber&#10;\end{align}&#10;&#10;&#10;\end{document}"/>
  <p:tag name="IGUANATEXSIZE" val="24"/>
  <p:tag name="IGUANATEXCURSOR" val="31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0.xml><?xml version="1.0" encoding="utf-8"?>
<p:tagLst xmlns:p="http://schemas.openxmlformats.org/presentationml/2006/main">
  <p:tag name="OUTPUTDPI" val="1200"/>
  <p:tag name="ORIGINALHEIGHT" val="91.5"/>
  <p:tag name="ORIGINALWIDTH" val="263.25"/>
  <p:tag name="LATEXADDIN" val="\documentclass{article}&#10;\usepackage{amsmath}&#10;\pagestyle{empty}&#10;\begin{document}&#10;&#10;&#10;$\varepsilon-\delta$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p="http://schemas.openxmlformats.org/presentationml/2006/main">
  <p:tag name="TIMING" val="|29"/>
</p:tagLst>
</file>

<file path=ppt/tags/tag122.xml><?xml version="1.0" encoding="utf-8"?>
<p:tagLst xmlns:p="http://schemas.openxmlformats.org/presentationml/2006/main">
  <p:tag name="OUTPUTDPI" val="1200"/>
  <p:tag name="ORIGINALHEIGHT" val="181.5"/>
  <p:tag name="ORIGINALWIDTH" val="780"/>
  <p:tag name="LATEXADDIN" val="\documentclass{article}&#10;\usepackage{amsmath}&#10;\pagestyle{empty}&#10;\begin{document}&#10;&#10;$\begin{aligned}&#10; \lim _{z \rightarrow z_0} f(z)=\infty &#10;\end{aligned}$&#10;&#10;&#10;\end{document}"/>
  <p:tag name="IGUANATEXSIZE" val="24"/>
  <p:tag name="IGUANATEXCURSOR" val="13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3.xml><?xml version="1.0" encoding="utf-8"?>
<p:tagLst xmlns:p="http://schemas.openxmlformats.org/presentationml/2006/main">
  <p:tag name="OUTPUTDPI" val="1200"/>
  <p:tag name="ORIGINALHEIGHT" val="170.25"/>
  <p:tag name="ORIGINALWIDTH" val="755.25"/>
  <p:tag name="LATEXADDIN" val="\documentclass{article}&#10;\usepackage{amsmath}&#10;\pagestyle{empty}&#10;\begin{document}&#10;&#10;$\begin{aligned}&#10;\lim _{z \rightarrow \infty} f(z)=A 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4.xml><?xml version="1.0" encoding="utf-8"?>
<p:tagLst xmlns:p="http://schemas.openxmlformats.org/presentationml/2006/main">
  <p:tag name="OUTPUTDPI" val="1200"/>
  <p:tag name="ORIGINALHEIGHT" val="299.25"/>
  <p:tag name="ORIGINALWIDTH" val="843"/>
  <p:tag name="LATEXADDIN" val="\documentclass{article}&#10;\usepackage{amsmath}&#10;\pagestyle{empty}&#10;\begin{document}&#10;&#10;$\begin{aligned}&#10; \quad \lim _{z \rightarrow 0} f\left(\frac{1}{z}\right)=A &#10;\end{aligned}$&#10;&#10;&#10;\end{document}"/>
  <p:tag name="IGUANATEXSIZE" val="24"/>
  <p:tag name="IGUANATEXCURSOR" val="15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5.xml><?xml version="1.0" encoding="utf-8"?>
<p:tagLst xmlns:p="http://schemas.openxmlformats.org/presentationml/2006/main">
  <p:tag name="OUTPUTDPI" val="1200"/>
  <p:tag name="ORIGINALHEIGHT" val="170.25"/>
  <p:tag name="ORIGINALWIDTH" val="783"/>
  <p:tag name="LATEXADDIN" val="\documentclass{article}&#10;\usepackage{amsmath}&#10;\pagestyle{empty}&#10;\begin{document}&#10;&#10;$\begin{aligned}&#10; \lim _{z \rightarrow \infty} f(z)=\infty &#10;\end{aligned}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6.xml><?xml version="1.0" encoding="utf-8"?>
<p:tagLst xmlns:p="http://schemas.openxmlformats.org/presentationml/2006/main">
  <p:tag name="OUTPUTDPI" val="1200"/>
  <p:tag name="ORIGINALHEIGHT" val="283.5"/>
  <p:tag name="ORIGINALWIDTH" val="750"/>
  <p:tag name="LATEXADDIN" val="\documentclass{article}&#10;\usepackage{amsmath}&#10;\pagestyle{empty}&#10;\begin{document}&#10;&#10;$\begin{aligned}&#10; \lim _{z \rightarrow z_0} \frac{1}{f(z)}=0 &#10;\end{aligned}$&#10;&#10;&#10;\end{document}"/>
  <p:tag name="IGUANATEXSIZE" val="24"/>
  <p:tag name="IGUANATEXCURSOR" val="14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7.xml><?xml version="1.0" encoding="utf-8"?>
<p:tagLst xmlns:p="http://schemas.openxmlformats.org/presentationml/2006/main">
  <p:tag name="OUTPUTDPI" val="1200"/>
  <p:tag name="ORIGINALHEIGHT" val="302.25"/>
  <p:tag name="ORIGINALWIDTH" val="759"/>
  <p:tag name="LATEXADDIN" val="\documentclass{article}&#10;\usepackage{amsmath}&#10;\pagestyle{empty}&#10;\begin{document}&#10;&#10;$\begin{aligned}&#10;  \lim _{z \rightarrow 0} \frac{1}{f\left(\frac{1}{z}\right)}=0&#10;\end{aligned}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8.xml><?xml version="1.0" encoding="utf-8"?>
<p:tagLst xmlns:p="http://schemas.openxmlformats.org/presentationml/2006/main">
  <p:tag name="TIMING" val="|29"/>
</p:tagLst>
</file>

<file path=ppt/tags/tag129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0.xml><?xml version="1.0" encoding="utf-8"?>
<p:tagLst xmlns:p="http://schemas.openxmlformats.org/presentationml/2006/main">
  <p:tag name="OUTPUTDPI" val="1200"/>
  <p:tag name="ORIGINALHEIGHT" val="112.5"/>
  <p:tag name="ORIGINALWIDTH" val="1402.5"/>
  <p:tag name="LATEXADDIN" val="\documentclass{article}&#10;\usepackage{amsmath}&#10;\pagestyle{empty}&#10;\begin{document}&#10;&#10;$l=u_0+i v_0, z_0=x_0+i y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1.xml><?xml version="1.0" encoding="utf-8"?>
<p:tagLst xmlns:p="http://schemas.openxmlformats.org/presentationml/2006/main">
  <p:tag name="OUTPUTDPI" val="1200"/>
  <p:tag name="ORIGINALHEIGHT" val="240.75"/>
  <p:tag name="ORIGINALWIDTH" val="1955.25"/>
  <p:tag name="LATEXADDIN" val="\documentclass{article}&#10;\usepackage{amsmath}&#10;\pagestyle{empty}&#10;\begin{document}&#10;&#10;$\lim\limits_{\substack{x \rightarrow x_0 \\ y \rightarrow y_0}} u(x, y)=u_0,~ \lim \limits_{\substack{x \rightarrow x_0 \\ y \rightarrow y_0}} v(x, y)=v_0$&#10;&#10;&#10;\end{document}"/>
  <p:tag name="IGUANATEXSIZE" val="24"/>
  <p:tag name="IGUANATEXCURSOR" val="17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2.xml><?xml version="1.0" encoding="utf-8"?>
<p:tagLst xmlns:p="http://schemas.openxmlformats.org/presentationml/2006/main">
  <p:tag name="OUTPUTDPI" val="1200"/>
  <p:tag name="ORIGINALHEIGHT" val="181.5"/>
  <p:tag name="ORIGINALWIDTH" val="695.25"/>
  <p:tag name="LATEXADDIN" val="\documentclass{article}&#10;\usepackage{amsmath}&#10;\pagestyle{empty}&#10;\begin{document}&#10;&#10;$\lim\limits_{z \rightarrow z_0} f(z)=l 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3.xml><?xml version="1.0" encoding="utf-8"?>
<p:tagLst xmlns:p="http://schemas.openxmlformats.org/presentationml/2006/main">
  <p:tag name="TIMING" val="|29"/>
</p:tagLst>
</file>

<file path=ppt/tags/tag134.xml><?xml version="1.0" encoding="utf-8"?>
<p:tagLst xmlns:p="http://schemas.openxmlformats.org/presentationml/2006/main">
  <p:tag name="OUTPUTDPI" val="1200"/>
  <p:tag name="ORIGINALHEIGHT" val="144.75"/>
  <p:tag name="ORIGINALWIDTH" val="461.25"/>
  <p:tag name="LATEXADDIN" val="\documentclass{article}&#10;\usepackage{amsmath}&#10;\pagestyle{empty}&#10;\begin{document}&#10;&#10;$f(z)=\frac{\bar{z}}{z}$&#10;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5.xml><?xml version="1.0" encoding="utf-8"?>
<p:tagLst xmlns:p="http://schemas.openxmlformats.org/presentationml/2006/main">
  <p:tag name="OUTPUTDPI" val="1200"/>
  <p:tag name="ORIGINALHEIGHT" val="84.75"/>
  <p:tag name="ORIGINALWIDTH" val="309.75"/>
  <p:tag name="LATEXADDIN" val="\documentclass{article}&#10;\usepackage{amsmath}&#10;\pagestyle{empty}&#10;\begin{document}&#10;&#10;$z\rightarrow 0$&#10;&#10;&#10;\end{document}"/>
  <p:tag name="IGUANATEXSIZE" val="28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6.xml><?xml version="1.0" encoding="utf-8"?>
<p:tagLst xmlns:p="http://schemas.openxmlformats.org/presentationml/2006/main">
  <p:tag name="OUTPUTDPI" val="1200"/>
  <p:tag name="ORIGINALHEIGHT" val="304.5"/>
  <p:tag name="ORIGINALWIDTH" val="1628.25"/>
  <p:tag name="LATEXADDIN" val="\documentclass{article}&#10;\usepackage{amsmath}&#10;\pagestyle{empty}&#10;\begin{document}&#10;&#10;\begin{align}&#10;&amp; f(z)=\frac{\bar{z}^2}{|z|^2}=\frac{x^2-y^2-i 2 x y}{x^2+y^2}, \nonumber&#10;\end{align}&#10;&#10;&#10;\end{document}"/>
  <p:tag name="IGUANATEXSIZE" val="24"/>
  <p:tag name="IGUANATEXCURSOR" val="17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7.xml><?xml version="1.0" encoding="utf-8"?>
<p:tagLst xmlns:p="http://schemas.openxmlformats.org/presentationml/2006/main">
  <p:tag name="OUTPUTDPI" val="1200"/>
  <p:tag name="ORIGINALHEIGHT" val="195.75"/>
  <p:tag name="ORIGINALWIDTH" val="824.25"/>
  <p:tag name="LATEXADDIN" val="\documentclass{article}&#10;\usepackage{amsmath}&#10;\pagestyle{empty}&#10;\begin{document}&#10;&#10;$u(x, y)=\frac{x^2-y^2}{x^2+y^2}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8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9.xml><?xml version="1.0" encoding="utf-8"?>
<p:tagLst xmlns:p="http://schemas.openxmlformats.org/presentationml/2006/main">
  <p:tag name="OUTPUTDPI" val="1200"/>
  <p:tag name="ORIGINALHEIGHT" val="125.25"/>
  <p:tag name="ORIGINALWIDTH" val="735"/>
  <p:tag name="LATEXADDIN" val="\documentclass{article}&#10;\usepackage{amsmath}&#10;\pagestyle{empty}&#10;\begin{document}&#10;&#10;$(x,y)\rightarrow(0,0)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0.xml><?xml version="1.0" encoding="utf-8"?>
<p:tagLst xmlns:p="http://schemas.openxmlformats.org/presentationml/2006/main">
  <p:tag name="OUTPUTDPI" val="1200"/>
  <p:tag name="ORIGINALHEIGHT" val="108"/>
  <p:tag name="ORIGINALWIDTH" val="669"/>
  <p:tag name="LATEXADDIN" val="\documentclass{article}&#10;\usepackage{amsmath}&#10;\pagestyle{empty}&#10;\begin{document}&#10;&#10;$y=0, x \rightarrow 0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1.xml><?xml version="1.0" encoding="utf-8"?>
<p:tagLst xmlns:p="http://schemas.openxmlformats.org/presentationml/2006/main">
  <p:tag name="OUTPUTDPI" val="1200"/>
  <p:tag name="ORIGINALHEIGHT" val="125.25"/>
  <p:tag name="ORIGINALWIDTH" val="603.75"/>
  <p:tag name="LATEXADDIN" val="\documentclass{article}&#10;\usepackage{amsmath}&#10;\pagestyle{empty}&#10;\begin{document}&#10;&#10;$u(x,y)\rightarrow 1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2.xml><?xml version="1.0" encoding="utf-8"?>
<p:tagLst xmlns:p="http://schemas.openxmlformats.org/presentationml/2006/main">
  <p:tag name="OUTPUTDPI" val="1200"/>
  <p:tag name="ORIGINALHEIGHT" val="108"/>
  <p:tag name="ORIGINALWIDTH" val="668.25"/>
  <p:tag name="LATEXADDIN" val="\documentclass{article}&#10;\usepackage{amsmath}&#10;\pagestyle{empty}&#10;\begin{document}&#10;&#10;$x=0, y \rightarrow 0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3.xml><?xml version="1.0" encoding="utf-8"?>
<p:tagLst xmlns:p="http://schemas.openxmlformats.org/presentationml/2006/main">
  <p:tag name="OUTPUTDPI" val="1200"/>
  <p:tag name="ORIGINALHEIGHT" val="125.25"/>
  <p:tag name="ORIGINALWIDTH" val="700.5"/>
  <p:tag name="LATEXADDIN" val="\documentclass{article}&#10;\usepackage{amsmath}&#10;\pagestyle{empty}&#10;\begin{document}&#10;&#10;$u(x,y)\rightarrow -1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4.xml><?xml version="1.0" encoding="utf-8"?>
<p:tagLst xmlns:p="http://schemas.openxmlformats.org/presentationml/2006/main">
  <p:tag name="TIMING" val="|29"/>
</p:tagLst>
</file>

<file path=ppt/tags/tag145.xml><?xml version="1.0" encoding="utf-8"?>
<p:tagLst xmlns:p="http://schemas.openxmlformats.org/presentationml/2006/main">
  <p:tag name="OUTPUTDPI" val="1200"/>
  <p:tag name="ORIGINALHEIGHT" val="125.25"/>
  <p:tag name="ORIGINALWIDTH" val="1268.25"/>
  <p:tag name="LATEXADDIN" val="\documentclass{article}&#10;\usepackage{amsmath}&#10;\pagestyle{empty}&#10;\begin{document}&#10;&#10;$|f(z)-A| \leq g\left(\left|z-z_0\right|\right)$&#10;&#10;&#10;\end{document}"/>
  <p:tag name="IGUANATEXSIZE" val="24"/>
  <p:tag name="IGUANATEXCURSOR" val="12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6.xml><?xml version="1.0" encoding="utf-8"?>
<p:tagLst xmlns:p="http://schemas.openxmlformats.org/presentationml/2006/main">
  <p:tag name="TIMING" val="|29"/>
</p:tagLst>
</file>

<file path=ppt/tags/tag14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8.xml><?xml version="1.0" encoding="utf-8"?>
<p:tagLst xmlns:p="http://schemas.openxmlformats.org/presentationml/2006/main">
  <p:tag name="OUTPUTDPI" val="1200"/>
  <p:tag name="ORIGINALHEIGHT" val="75"/>
  <p:tag name="ORIGINALWIDTH" val="327.75"/>
  <p:tag name="LATEXADDIN" val="\documentclass{article}&#10;\usepackage{amsmath}&#10;\pagestyle{empty}&#10;\begin{document}&#10;&#10;$z=z_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9.xml><?xml version="1.0" encoding="utf-8"?>
<p:tagLst xmlns:p="http://schemas.openxmlformats.org/presentationml/2006/main">
  <p:tag name="OUTPUTDPI" val="1200"/>
  <p:tag name="ORIGINALHEIGHT" val="125.25"/>
  <p:tag name="ORIGINALWIDTH" val="267"/>
  <p:tag name="LATEXADDIN" val="\documentclass{article}&#10;\usepackage{amsmath}&#10;\pagestyle{empty}&#10;\begin{document}&#10;&#10;$f(z_0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0.xml><?xml version="1.0" encoding="utf-8"?>
<p:tagLst xmlns:p="http://schemas.openxmlformats.org/presentationml/2006/main">
  <p:tag name="OUTPUTDPI" val="1200"/>
  <p:tag name="ORIGINALHEIGHT" val="181.5"/>
  <p:tag name="ORIGINALWIDTH" val="935.25"/>
  <p:tag name="LATEXADDIN" val="\documentclass{article}&#10;\usepackage{amsmath}&#10;\pagestyle{empty}&#10;\begin{document}&#10;&#10;$\lim\limits_{z \rightarrow z_0} f(z)=f(z_0) 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1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2.xml><?xml version="1.0" encoding="utf-8"?>
<p:tagLst xmlns:p="http://schemas.openxmlformats.org/presentationml/2006/main">
  <p:tag name="TIMING" val="|29"/>
</p:tagLst>
</file>

<file path=ppt/tags/tag153.xml><?xml version="1.0" encoding="utf-8"?>
<p:tagLst xmlns:p="http://schemas.openxmlformats.org/presentationml/2006/main">
  <p:tag name="TIMING" val="|29"/>
</p:tagLst>
</file>

<file path=ppt/tags/tag154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5.xml><?xml version="1.0" encoding="utf-8"?>
<p:tagLst xmlns:p="http://schemas.openxmlformats.org/presentationml/2006/main">
  <p:tag name="OUTPUTDPI" val="1200"/>
  <p:tag name="ORIGINALHEIGHT" val="108"/>
  <p:tag name="ORIGINALWIDTH" val="702.75"/>
  <p:tag name="LATEXADDIN" val="\documentclass{article}&#10;\usepackage{amsmath}&#10;\pagestyle{empty}&#10;\begin{document}&#10;&#10;$z_0=x_0+i y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6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 y)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7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 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8.xml><?xml version="1.0" encoding="utf-8"?>
<p:tagLst xmlns:p="http://schemas.openxmlformats.org/presentationml/2006/main">
  <p:tag name="OUTPUTDPI" val="1200"/>
  <p:tag name="ORIGINALHEIGHT" val="125.25"/>
  <p:tag name="ORIGINALWIDTH" val="372"/>
  <p:tag name="LATEXADDIN" val="\documentclass{article}&#10;\usepackage{amsmath}&#10;\pagestyle{empty}&#10;\begin{document}&#10;&#10;$(x_0, y_0)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9.xml><?xml version="1.0" encoding="utf-8"?>
<p:tagLst xmlns:p="http://schemas.openxmlformats.org/presentationml/2006/main">
  <p:tag name="TIMING" val="|29"/>
</p:tagLst>
</file>

<file path=ppt/tags/tag160.xml><?xml version="1.0" encoding="utf-8"?>
<p:tagLst xmlns:p="http://schemas.openxmlformats.org/presentationml/2006/main">
  <p:tag name="OUTPUTDPI" val="1200"/>
  <p:tag name="ORIGINALHEIGHT" val="243"/>
  <p:tag name="ORIGINALWIDTH" val="914.25"/>
  <p:tag name="LATEXADDIN" val="\documentclass{article}&#10;\usepackage{amsmath}&#10;\pagestyle{empty}&#10;\begin{document}&#10;&#10;\begin{align}&#10;&amp; f_1(z)=\frac{\bar{z}}{z},~z\neq0\nonumber&#10;\end{align}&#10;&#10;&#10;\end{document}"/>
  <p:tag name="IGUANATEXSIZE" val="24"/>
  <p:tag name="IGUANATEXCURSOR" val="12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1.xml><?xml version="1.0" encoding="utf-8"?>
<p:tagLst xmlns:p="http://schemas.openxmlformats.org/presentationml/2006/main">
  <p:tag name="OUTPUTDPI" val="1200"/>
  <p:tag name="ORIGINALHEIGHT" val="134.25"/>
  <p:tag name="ORIGINALWIDTH" val="2114.25"/>
  <p:tag name="LATEXADDIN" val="\documentclass{article}&#10;\usepackage{amsmath}&#10;\pagestyle{empty}&#10;\begin{document}&#10;&#10;$f_2(z)=\ln(x^2+y^2)+i(x^2-y^2),~z\neq0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2.xml><?xml version="1.0" encoding="utf-8"?>
<p:tagLst xmlns:p="http://schemas.openxmlformats.org/presentationml/2006/main">
  <p:tag name="OUTPUTDPI" val="1200"/>
  <p:tag name="ORIGINALHEIGHT" val="299.25"/>
  <p:tag name="ORIGINALWIDTH" val="1524.75"/>
  <p:tag name="LATEXADDIN" val="\documentclass{article}&#10;\usepackage{amsmath}&#10;\pagestyle{empty}&#10;\begin{document}&#10;&#10;\begin{align}&#10;f_3(z)=\left\{\begin{array}{ll}0&amp;z=0\\&#10;|z|^2{\text Im}(\frac{1}{z})&amp;z\neq0\end{array}\right.\nonumber&#10;\end{align}&#10;&#10;&#10;\end{document}"/>
  <p:tag name="IGUANATEXSIZE" val="24"/>
  <p:tag name="IGUANATEXCURSOR" val="1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3.xml><?xml version="1.0" encoding="utf-8"?>
<p:tagLst xmlns:p="http://schemas.openxmlformats.org/presentationml/2006/main">
  <p:tag name="TIMING" val="|29"/>
</p:tagLst>
</file>

<file path=ppt/tags/tag16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5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6.xml><?xml version="1.0" encoding="utf-8"?>
<p:tagLst xmlns:p="http://schemas.openxmlformats.org/presentationml/2006/main">
  <p:tag name="OUTPUTDPI" val="1200"/>
  <p:tag name="ORIGINALHEIGHT" val="208.5"/>
  <p:tag name="ORIGINALWIDTH" val="1570.5"/>
  <p:tag name="LATEXADDIN" val="\documentclass{article}&#10;\usepackage{amsmath}&#10;\pagestyle{empty}&#10;\begin{document}&#10;&#10;$f^{\prime}\left(z_0\right)=\lim\limits _{\Delta z \rightarrow 0} \frac{f\left(z_0+\Delta z\right)-f\left(z_0\right)}{\Delta z}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8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9.xml><?xml version="1.0" encoding="utf-8"?>
<p:tagLst xmlns:p="http://schemas.openxmlformats.org/presentationml/2006/main">
  <p:tag name="OUTPUTDPI" val="1200"/>
  <p:tag name="ORIGINALHEIGHT" val="214.5"/>
  <p:tag name="ORIGINALWIDTH" val="1281"/>
  <p:tag name="LATEXADDIN" val="\documentclass{article}&#10;\usepackage{amsmath}&#10;\pagestyle{empty}&#10;\begin{document}&#10;&#10;$f^{\prime}\left(z_0\right)=\lim\limits _{z \rightarrow z_0} \frac{f(z)-f\left(z_0\right)}{z-z_0} 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0.xml><?xml version="1.0" encoding="utf-8"?>
<p:tagLst xmlns:p="http://schemas.openxmlformats.org/presentationml/2006/main">
  <p:tag name="OUTPUTDPI" val="1200"/>
  <p:tag name="ORIGINALHEIGHT" val="108"/>
  <p:tag name="ORIGINALWIDTH" val="652.5"/>
  <p:tag name="LATEXADDIN" val="\documentclass{article}&#10;\usepackage{amsmath}&#10;\pagestyle{empty}&#10;\begin{document}&#10;&#10;$z=z_0+\Delta z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1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3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4.xml><?xml version="1.0" encoding="utf-8"?>
<p:tagLst xmlns:p="http://schemas.openxmlformats.org/presentationml/2006/main">
  <p:tag name="TIMING" val="|29"/>
</p:tagLst>
</file>

<file path=ppt/tags/tag175.xml><?xml version="1.0" encoding="utf-8"?>
<p:tagLst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6.xml><?xml version="1.0" encoding="utf-8"?>
<p:tagLst xmlns:p="http://schemas.openxmlformats.org/presentationml/2006/main">
  <p:tag name="OUTPUTDPI" val="1200"/>
  <p:tag name="ORIGINALHEIGHT" val="150.75"/>
  <p:tag name="ORIGINALWIDTH" val="461.25"/>
  <p:tag name="LATEXADDIN" val="\documentclass{article}&#10;\usepackage{amsmath}&#10;\pagestyle{empty}&#10;\begin{document}&#10;&#10;$f(z)=\frac{1}{z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7.xml><?xml version="1.0" encoding="utf-8"?>
<p:tagLst xmlns:p="http://schemas.openxmlformats.org/presentationml/2006/main">
  <p:tag name="OUTPUTDPI" val="1200"/>
  <p:tag name="ORIGINALHEIGHT" val="601.5"/>
  <p:tag name="ORIGINALWIDTH" val="2637.75"/>
  <p:tag name="LATEXADDIN" val="\documentclass{article}&#10;\usepackage{amsmath}&#10;\pagestyle{empty}&#10;\begin{document}&#10;&#10;\begin{align}&#10;&amp; \lim _{\Delta z \rightarrow 0} \frac{f(z+\Delta z)-f(z)}{\Delta z}=\lim _{\Delta z \rightarrow 0} \frac{(z+\Delta z)^2-z^2}{\Delta z} \nonumber\\&#10;&amp; \quad=\lim _{\Delta z \rightarrow 0} \frac{2 z \Delta z+(\Delta z)^2}{\Delta z}=\lim _{\Delta z \rightarrow 0}(2 z+\Delta z)=2 z\nonumber&#10;\end{align}&#10;&#10;&#10;\end{document}"/>
  <p:tag name="IGUANATEXSIZE" val="24"/>
  <p:tag name="IGUANATEXCURSOR" val="3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8.xml><?xml version="1.0" encoding="utf-8"?>
<p:tagLst xmlns:p="http://schemas.openxmlformats.org/presentationml/2006/main">
  <p:tag name="OUTPUTDPI" val="1200"/>
  <p:tag name="ORIGINALHEIGHT" val="167.25"/>
  <p:tag name="ORIGINALWIDTH" val="984.75"/>
  <p:tag name="LATEXADDIN" val="\documentclass{article}&#10;\usepackage{amsmath}&#10;\pagestyle{empty}&#10;\begin{document}&#10;&#10;$f^{\prime}(z)=\left(z^2\right)^{\prime}=2 z$&#10;&#10;&#10;\end{document}"/>
  <p:tag name="IGUANATEXSIZE" val="24"/>
  <p:tag name="IGUANATEXCURSOR" val="12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9.xml><?xml version="1.0" encoding="utf-8"?>
<p:tagLst xmlns:p="http://schemas.openxmlformats.org/presentationml/2006/main">
  <p:tag name="OUTPUTDPI" val="1200"/>
  <p:tag name="ORIGINALHEIGHT" val="143.25"/>
  <p:tag name="ORIGINALWIDTH" val="736.5"/>
  <p:tag name="LATEXADDIN" val="\documentclass{article}&#10;\usepackage{amsmath}&#10;\pagestyle{empty}&#10;\begin{document}&#10;&#10;$\left(z^n\right)^{\prime}=n z^{n-1}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0.xml><?xml version="1.0" encoding="utf-8"?>
<p:tagLst xmlns:p="http://schemas.openxmlformats.org/presentationml/2006/main">
  <p:tag name="TIMING" val="|29"/>
</p:tagLst>
</file>

<file path=ppt/tags/tag181.xml><?xml version="1.0" encoding="utf-8"?>
<p:tagLst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2.xml><?xml version="1.0" encoding="utf-8"?>
<p:tagLst xmlns:p="http://schemas.openxmlformats.org/presentationml/2006/main">
  <p:tag name="OUTPUTDPI" val="1200"/>
  <p:tag name="ORIGINALHEIGHT" val="150.75"/>
  <p:tag name="ORIGINALWIDTH" val="461.25"/>
  <p:tag name="LATEXADDIN" val="\documentclass{article}&#10;\usepackage{amsmath}&#10;\pagestyle{empty}&#10;\begin{document}&#10;&#10;$f(z)=\frac{1}{z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3.xml><?xml version="1.0" encoding="utf-8"?>
<p:tagLst xmlns:p="http://schemas.openxmlformats.org/presentationml/2006/main">
  <p:tag name="OUTPUTDPI" val="1200"/>
  <p:tag name="ORIGINALHEIGHT" val="633"/>
  <p:tag name="ORIGINALWIDTH" val="2275.5"/>
  <p:tag name="LATEXADDIN" val="\documentclass{article}&#10;\usepackage{amsmath}&#10;\pagestyle{empty}&#10;\begin{document}&#10;&#10;\begin{align}&#10;&amp;\lim _{\Delta z \rightarrow 0} \frac{f(z+\Delta z)-f(z)}{\Delta z}=\lim _{\Delta z \rightarrow 0} \frac{\frac{1}{z+\Delta z}-\frac{1}{z}}{\Delta z} \nonumber\\&#10;&amp;\quad=\lim _{\Delta z \rightarrow 0} \frac{-1}{z(z+\Delta z)}=-\frac{1}{z^2} \nonumber&#10;\end{align}&#10;&#10;&#10;\end{document}"/>
  <p:tag name="IGUANATEXSIZE" val="24"/>
  <p:tag name="IGUANATEXCURSOR" val="26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4.xml><?xml version="1.0" encoding="utf-8"?>
<p:tagLst xmlns:p="http://schemas.openxmlformats.org/presentationml/2006/main">
  <p:tag name="OUTPUTDPI" val="1200"/>
  <p:tag name="ORIGINALHEIGHT" val="167.25"/>
  <p:tag name="ORIGINALWIDTH" val="1037.25"/>
  <p:tag name="LATEXADDIN" val="\documentclass{article}&#10;\usepackage{amsmath}&#10;\pagestyle{empty}&#10;\begin{document}&#10;&#10;$f^{\prime}(z)=\left(\frac{1}{z}\right)^{\prime}=-\frac{1}{z^2}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5.xml><?xml version="1.0" encoding="utf-8"?>
<p:tagLst xmlns:p="http://schemas.openxmlformats.org/presentationml/2006/main">
  <p:tag name="TIMING" val="|29"/>
</p:tagLst>
</file>

<file path=ppt/tags/tag186.xml><?xml version="1.0" encoding="utf-8"?>
<p:tagLst xmlns:p="http://schemas.openxmlformats.org/presentationml/2006/main">
  <p:tag name="OUTPUTDPI" val="1200"/>
  <p:tag name="ORIGINALHEIGHT" val="125.25"/>
  <p:tag name="ORIGINALWIDTH" val="468.75"/>
  <p:tag name="LATEXADDIN" val="\documentclass{article}&#10;\usepackage{amsmath}&#10;\pagestyle{empty}&#10;\begin{document}&#10;&#10;$\omega=f(z)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7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8.xml><?xml version="1.0" encoding="utf-8"?>
<p:tagLst xmlns:p="http://schemas.openxmlformats.org/presentationml/2006/main">
  <p:tag name="OUTPUTDPI" val="1200"/>
  <p:tag name="ORIGINALHEIGHT" val="108"/>
  <p:tag name="ORIGINALWIDTH" val="423"/>
  <p:tag name="LATEXADDIN" val="\documentclass{article}&#10;\usepackage{amsmath}&#10;\pagestyle{empty}&#10;\begin{document}&#10;&#10;$z_0+\Delta z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9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0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1.xml><?xml version="1.0" encoding="utf-8"?>
<p:tagLst xmlns:p="http://schemas.openxmlformats.org/presentationml/2006/main">
  <p:tag name="OUTPUTDPI" val="1200"/>
  <p:tag name="ORIGINALHEIGHT" val="87.75"/>
  <p:tag name="ORIGINALWIDTH" val="86.2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2.xml><?xml version="1.0" encoding="utf-8"?>
<p:tagLst xmlns:p="http://schemas.openxmlformats.org/presentationml/2006/main">
  <p:tag name="OUTPUTDPI" val="1200"/>
  <p:tag name="ORIGINALHEIGHT" val="125.25"/>
  <p:tag name="ORIGINALWIDTH" val="2347.5"/>
  <p:tag name="LATEXADDIN" val="\documentclass{article}&#10;\usepackage{amsmath}&#10;\pagestyle{empty}&#10;\begin{document}&#10;&#10;$\Delta \omega=f(z_0+\Delta z)-f(z_0)=A \Delta z+o(|\Delta z|)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3.xml><?xml version="1.0" encoding="utf-8"?>
<p:tagLst xmlns:p="http://schemas.openxmlformats.org/presentationml/2006/main">
  <p:tag name="OUTPUTDPI" val="1200"/>
  <p:tag name="ORIGINALHEIGHT" val="88.5"/>
  <p:tag name="ORIGINALWIDTH" val="579"/>
  <p:tag name="LATEXADDIN" val="\documentclass{article}&#10;\usepackage{amsmath}&#10;\pagestyle{empty}&#10;\begin{document}&#10;&#10;$\mathrm{d} w=A \Delta z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4.xml><?xml version="1.0" encoding="utf-8"?>
<p:tagLst xmlns:p="http://schemas.openxmlformats.org/presentationml/2006/main">
  <p:tag name="OUTPUTDPI" val="1200"/>
  <p:tag name="ORIGINALHEIGHT" val="88.5"/>
  <p:tag name="ORIGINALWIDTH" val="544.5"/>
  <p:tag name="LATEXADDIN" val="\documentclass{article}&#10;\usepackage{amsmath}&#10;\pagestyle{empty}&#10;\begin{document}&#10;&#10;$\mathrm{d} w=A \mathrm{d} z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5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6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7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8.xml><?xml version="1.0" encoding="utf-8"?>
<p:tagLst xmlns:p="http://schemas.openxmlformats.org/presentationml/2006/main">
  <p:tag name="OUTPUTDPI" val="1200"/>
  <p:tag name="ORIGINALHEIGHT" val="88.5"/>
  <p:tag name="ORIGINALWIDTH" val="251.25"/>
  <p:tag name="LATEXADDIN" val="\documentclass{article}&#10;\usepackage{amsmath}&#10;\pagestyle{empty}&#10;\begin{document}&#10;&#10;$A \Delta z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9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0.xml><?xml version="1.0" encoding="utf-8"?>
<p:tagLst xmlns:p="http://schemas.openxmlformats.org/presentationml/2006/main">
  <p:tag name="TIMING" val="|29"/>
</p:tagLst>
</file>

<file path=ppt/tags/tag201.xml><?xml version="1.0" encoding="utf-8"?>
<p:tagLst xmlns:p="http://schemas.openxmlformats.org/presentationml/2006/main">
  <p:tag name="TIMING" val="|29"/>
</p:tagLst>
</file>

<file path=ppt/tags/tag202.xml><?xml version="1.0" encoding="utf-8"?>
<p:tagLst xmlns:p="http://schemas.openxmlformats.org/presentationml/2006/main">
  <p:tag name="OUTPUTDPI" val="1200"/>
  <p:tag name="ORIGINALHEIGHT" val="192.75"/>
  <p:tag name="ORIGINALWIDTH" val="957"/>
  <p:tag name="LATEXADDIN" val="\documentclass{article}&#10;\usepackage{amsmath}&#10;\pagestyle{empty}&#10;\begin{document}&#10;&#10;$ \lim\limits _{\Delta z \rightarrow 0} \frac{\Delta w }{\Delta z}=f^{\prime}(z_0)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3.xml><?xml version="1.0" encoding="utf-8"?>
<p:tagLst xmlns:p="http://schemas.openxmlformats.org/presentationml/2006/main">
  <p:tag name="OUTPUTDPI" val="1200"/>
  <p:tag name="ORIGINALHEIGHT" val="215.25"/>
  <p:tag name="ORIGINALWIDTH" val="1184.25"/>
  <p:tag name="LATEXADDIN" val="\documentclass{article}&#10;\usepackage{amsmath}&#10;\pagestyle{empty}&#10;\begin{document}&#10;&#10;$\lim\limits _{\Delta z \rightarrow 0} \frac{\Delta w-f^{\prime}(z_0) \Delta z}{\Delta z}=0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4.xml><?xml version="1.0" encoding="utf-8"?>
<p:tagLst xmlns:p="http://schemas.openxmlformats.org/presentationml/2006/main">
  <p:tag name="OUTPUTDPI" val="1200"/>
  <p:tag name="ORIGINALHEIGHT" val="125.25"/>
  <p:tag name="ORIGINALWIDTH" val="1377"/>
  <p:tag name="LATEXADDIN" val="\documentclass{article}&#10;\usepackage{amsmath}&#10;\pagestyle{empty}&#10;\begin{document}&#10;&#10;$\Delta w-f^{\prime}(z_0) \Delta z=o(|\Delta z|)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5.xml><?xml version="1.0" encoding="utf-8"?>
<p:tagLst xmlns:p="http://schemas.openxmlformats.org/presentationml/2006/main">
  <p:tag name="OUTPUTDPI" val="1200"/>
  <p:tag name="ORIGINALHEIGHT" val="125.25"/>
  <p:tag name="ORIGINALWIDTH" val="1150.5"/>
  <p:tag name="LATEXADDIN" val="\documentclass{article}&#10;\usepackage{amsmath}&#10;\pagestyle{empty}&#10;\begin{document}&#10;&#10;$\Delta w=A \Delta z+o(|\Delta z|)$&#10;&#10;&#10;\end{document}"/>
  <p:tag name="IGUANATEXSIZE" val="24"/>
  <p:tag name="IGUANATEXCURSOR" val="11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6.xml><?xml version="1.0" encoding="utf-8"?>
<p:tagLst xmlns:p="http://schemas.openxmlformats.org/presentationml/2006/main">
  <p:tag name="OUTPUTDPI" val="1200"/>
  <p:tag name="ORIGINALHEIGHT" val="170.25"/>
  <p:tag name="ORIGINALWIDTH" val="917.25"/>
  <p:tag name="LATEXADDIN" val="\documentclass{article}&#10;\usepackage{amsmath}&#10;\pagestyle{empty}&#10;\begin{document}&#10;&#10;$\frac{\Delta w}{\Delta z}=A+\frac{o(|\Delta z|)}{\Delta z}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7.xml><?xml version="1.0" encoding="utf-8"?>
<p:tagLst xmlns:p="http://schemas.openxmlformats.org/presentationml/2006/main">
  <p:tag name="OUTPUTDPI" val="1200"/>
  <p:tag name="ORIGINALHEIGHT" val="192.75"/>
  <p:tag name="ORIGINALWIDTH" val="1216.5"/>
  <p:tag name="LATEXADDIN" val="\documentclass{article}&#10;\usepackage{amsmath}&#10;\pagestyle{empty}&#10;\begin{document}&#10;&#10;$\lim \limits_{\Delta z \rightarrow 0} \frac{\Delta w}{\Delta z}=A=f^{\prime}(z_0)$&#10;&#10;&#10;\end{document}"/>
  <p:tag name="IGUANATEXSIZE" val="24"/>
  <p:tag name="IGUANATEXCURSOR" val="16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8.xml><?xml version="1.0" encoding="utf-8"?>
<p:tagLst xmlns:p="http://schemas.openxmlformats.org/presentationml/2006/main">
  <p:tag name="TIMING" val="|29"/>
</p:tagLst>
</file>

<file path=ppt/tags/tag209.xml><?xml version="1.0" encoding="utf-8"?>
<p:tagLst xmlns:p="http://schemas.openxmlformats.org/presentationml/2006/main">
  <p:tag name="OUTPUTDPI" val="1200"/>
  <p:tag name="ORIGINALHEIGHT" val="125.25"/>
  <p:tag name="ORIGINALWIDTH" val="644.25"/>
  <p:tag name="LATEXADDIN" val="\documentclass{article}&#10;\usepackage{amsmath}&#10;\pagestyle{empty}&#10;\begin{document}&#10;&#10;$f(z)={\text Re}~z$&#10;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0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1.xml><?xml version="1.0" encoding="utf-8"?>
<p:tagLst xmlns:p="http://schemas.openxmlformats.org/presentationml/2006/main">
  <p:tag name="OUTPUTDPI" val="1200"/>
  <p:tag name="ORIGINALHEIGHT" val="125.25"/>
  <p:tag name="ORIGINALWIDTH" val="1268.25"/>
  <p:tag name="LATEXADDIN" val="\documentclass{article}&#10;\usepackage{amsmath}&#10;\pagestyle{empty}&#10;\begin{document}&#10;&#10;$u(x,y)=x,~v(x,y)=0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2.xml><?xml version="1.0" encoding="utf-8"?>
<p:tagLst xmlns:p="http://schemas.openxmlformats.org/presentationml/2006/main">
  <p:tag name="OUTPUTDPI" val="1200"/>
  <p:tag name="ORIGINALHEIGHT" val="187.5"/>
  <p:tag name="ORIGINALWIDTH" val="1577.25"/>
  <p:tag name="LATEXADDIN" val="\documentclass{article}&#10;\usepackage{amsmath}&#10;\pagestyle{empty}&#10;\begin{document}&#10;&#10;$\frac{f(z+\Delta z)-f(z)}{\Delta z}=\frac{\Delta x}{\Delta z}=\frac{\Delta x}{\Delta x+i\Delta y}$&#10;&#10;&#10;\end{document}"/>
  <p:tag name="IGUANATEXSIZE" val="24"/>
  <p:tag name="IGUANATEXCURSOR" val="17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3.xml><?xml version="1.0" encoding="utf-8"?>
<p:tagLst xmlns:p="http://schemas.openxmlformats.org/presentationml/2006/main">
  <p:tag name="OUTPUTDPI" val="1200"/>
  <p:tag name="ORIGINALHEIGHT" val="113.25"/>
  <p:tag name="ORIGINALWIDTH" val="873.75"/>
  <p:tag name="LATEXADDIN" val="\documentclass{article}&#10;\usepackage{amsmath}&#10;\pagestyle{empty}&#10;\begin{document}&#10;&#10;$\Delta x\rightarrow0, \Delta y=0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4.xml><?xml version="1.0" encoding="utf-8"?>
<p:tagLst xmlns:p="http://schemas.openxmlformats.org/presentationml/2006/main">
  <p:tag name="OUTPUTDPI" val="1200"/>
  <p:tag name="ORIGINALHEIGHT" val="113.25"/>
  <p:tag name="ORIGINALWIDTH" val="873.75"/>
  <p:tag name="LATEXADDIN" val="\documentclass{article}&#10;\usepackage{amsmath}&#10;\pagestyle{empty}&#10;\begin{document}&#10;&#10;$\Delta y\rightarrow0, \Delta x=0$&#10;&#10;&#10;\end{document}"/>
  <p:tag name="IGUANATEXSIZE" val="24"/>
  <p:tag name="IGUANATEXCURSOR" val="11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5.xml><?xml version="1.0" encoding="utf-8"?>
<p:tagLst xmlns:p="http://schemas.openxmlformats.org/presentationml/2006/main">
  <p:tag name="OUTPUTDPI" val="1200"/>
  <p:tag name="ORIGINALHEIGHT" val="154.5"/>
  <p:tag name="ORIGINALWIDTH" val="399.75"/>
  <p:tag name="LATEXADDIN" val="\documentclass{article}&#10;\usepackage{amsmath}&#10;\pagestyle{empty}&#10;\begin{document}&#10;&#10;$\frac{\Delta x}{\Delta z}\rightarrow 1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6.xml><?xml version="1.0" encoding="utf-8"?>
<p:tagLst xmlns:p="http://schemas.openxmlformats.org/presentationml/2006/main">
  <p:tag name="OUTPUTDPI" val="1200"/>
  <p:tag name="ORIGINALHEIGHT" val="154.5"/>
  <p:tag name="ORIGINALWIDTH" val="405"/>
  <p:tag name="LATEXADDIN" val="\documentclass{article}&#10;\usepackage{amsmath}&#10;\pagestyle{empty}&#10;\begin{document}&#10;&#10;$\frac{\Delta x}{\Delta z}\rightarrow 0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7.xml><?xml version="1.0" encoding="utf-8"?>
<p:tagLst xmlns:p="http://schemas.openxmlformats.org/presentationml/2006/main">
  <p:tag name="TIMING" val="|29"/>
</p:tagLst>
</file>

<file path=ppt/tags/tag218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8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9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0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1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2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3.xml><?xml version="1.0" encoding="utf-8"?>
<p:tagLst xmlns:p="http://schemas.openxmlformats.org/presentationml/2006/main">
  <p:tag name="TIMING" val="|29"/>
</p:tagLst>
</file>

<file path=ppt/tags/tag224.xml><?xml version="1.0" encoding="utf-8"?>
<p:tagLst xmlns:p="http://schemas.openxmlformats.org/presentationml/2006/main">
  <p:tag name="OUTPUTDPI" val="1200"/>
  <p:tag name="ORIGINALHEIGHT" val="125.25"/>
  <p:tag name="ORIGINALWIDTH" val="1773.75"/>
  <p:tag name="LATEXADDIN" val="\documentclass{article}&#10;\usepackage{amsmath}&#10;\pagestyle{empty}&#10;\begin{document}&#10;&#10;$[af(z) \pm bg(z)]^{\prime}=af^{\prime}(z) \pm bg^{\prime}(z)$&#10;&#10;&#10;\end{document}"/>
  <p:tag name="IGUANATEXSIZE" val="24"/>
  <p:tag name="IGUANATEXCURSOR" val="12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5.xml><?xml version="1.0" encoding="utf-8"?>
<p:tagLst xmlns:p="http://schemas.openxmlformats.org/presentationml/2006/main">
  <p:tag name="OUTPUTDPI" val="1200"/>
  <p:tag name="ORIGINALHEIGHT" val="125.25"/>
  <p:tag name="ORIGINALWIDTH" val="1841.25"/>
  <p:tag name="LATEXADDIN" val="\documentclass{article}&#10;\usepackage{amsmath}&#10;\pagestyle{empty}&#10;\begin{document}&#10;&#10;$[f(z) g(z)]^{\prime}=f^{\prime}(z) g(z)+f(z) g^{\prime}(z)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6.xml><?xml version="1.0" encoding="utf-8"?>
<p:tagLst xmlns:p="http://schemas.openxmlformats.org/presentationml/2006/main">
  <p:tag name="OUTPUTDPI" val="1200"/>
  <p:tag name="ORIGINALHEIGHT" val="242.25"/>
  <p:tag name="ORIGINALWIDTH" val="2010.75"/>
  <p:tag name="LATEXADDIN" val="\documentclass{article}&#10;\usepackage{amsmath}&#10;\pagestyle{empty}&#10;\begin{document}&#10;&#10;$\left[\frac{f(z)}{g(z)}\right]^{\prime}=\frac{f^{\prime}(z) g(z)-f(z) g^{\prime}(z)}{[g(z)]^2},(g(z) \neq 0)$&#10;&#10;&#10;\end{document}"/>
  <p:tag name="IGUANATEXSIZE" val="24"/>
  <p:tag name="IGUANATEXCURSOR" val="1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7.xml><?xml version="1.0" encoding="utf-8"?>
<p:tagLst xmlns:p="http://schemas.openxmlformats.org/presentationml/2006/main">
  <p:tag name="OUTPUTDPI" val="1200"/>
  <p:tag name="ORIGINALHEIGHT" val="125.25"/>
  <p:tag name="ORIGINALWIDTH" val="1328.25"/>
  <p:tag name="LATEXADDIN" val="\documentclass{article}&#10;\usepackage{amsmath}&#10;\pagestyle{empty}&#10;\begin{document}&#10;&#10;$[f(g(z))]^{\prime}=f^{\prime}(g(z)) g^{\prime}(z)$&#10;&#10;&#10;\end{document}"/>
  <p:tag name="IGUANATEXSIZE" val="24"/>
  <p:tag name="IGUANATEXCURSOR" val="13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8.xml><?xml version="1.0" encoding="utf-8"?>
<p:tagLst xmlns:p="http://schemas.openxmlformats.org/presentationml/2006/main">
  <p:tag name="TIMING" val="|29"/>
</p:tagLst>
</file>

<file path=ppt/tags/tag229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0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1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2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3.xml><?xml version="1.0" encoding="utf-8"?>
<p:tagLst xmlns:p="http://schemas.openxmlformats.org/presentationml/2006/main">
  <p:tag name="TIMING" val="|29"/>
</p:tagLst>
</file>

<file path=ppt/tags/tag234.xml><?xml version="1.0" encoding="utf-8"?>
<p:tagLst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5.xml><?xml version="1.0" encoding="utf-8"?>
<p:tagLst xmlns:p="http://schemas.openxmlformats.org/presentationml/2006/main">
  <p:tag name="OUTPUTDPI" val="1200"/>
  <p:tag name="ORIGINALHEIGHT" val="645"/>
  <p:tag name="ORIGINALWIDTH" val="2244.75"/>
  <p:tag name="LATEXADDIN" val="\documentclass{article}&#10;\usepackage{amsmath}&#10;\pagestyle{empty}&#10;\begin{document}&#10;&#10;$\begin{aligned}&#10;\lim _{\Delta z \rightarrow 0} \frac{\Delta w}{\Delta z} &amp; =\lim _{\Delta z \rightarrow 0} \frac{(z+\Delta z)(\bar{z}+\overline{\Delta z})-z \bar{z}}{\Delta z} \\&#10;&amp; =\lim _{\Delta z \rightarrow 0}\left(\bar{z}+z \frac{\overline{\Delta z}}{\Delta z}+\overline{\Delta z}\right) 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6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7.xml><?xml version="1.0" encoding="utf-8"?>
<p:tagLst xmlns:p="http://schemas.openxmlformats.org/presentationml/2006/main">
  <p:tag name="OUTPUTDPI" val="1200"/>
  <p:tag name="ORIGINALHEIGHT" val="192.75"/>
  <p:tag name="ORIGINALWIDTH" val="707.25"/>
  <p:tag name="LATEXADDIN" val="\documentclass{article}&#10;\usepackage{amsmath}&#10;\pagestyle{empty}&#10;\begin{document}&#10;&#10;$\lim \limits_{\Delta z \rightarrow 0} \frac{\Delta w}{\Delta z}  =0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8.xml><?xml version="1.0" encoding="utf-8"?>
<p:tagLst xmlns:p="http://schemas.openxmlformats.org/presentationml/2006/main">
  <p:tag name="OUTPUTDPI" val="1200"/>
  <p:tag name="ORIGINALHEIGHT" val="125.25"/>
  <p:tag name="ORIGINALWIDTH" val="486"/>
  <p:tag name="LATEXADDIN" val="\documentclass{article}&#10;\usepackage{amsmath}&#10;\pagestyle{empty}&#10;\begin{document}&#10;&#10;$f^\prime(0)=0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9.xml><?xml version="1.0" encoding="utf-8"?>
<p:tagLst xmlns:p="http://schemas.openxmlformats.org/presentationml/2006/main">
  <p:tag name="OUTPUTDPI" val="1200"/>
  <p:tag name="ORIGINALHEIGHT" val="114.75"/>
  <p:tag name="ORIGINALWIDTH" val="282"/>
  <p:tag name="LATEXADDIN" val="\documentclass{article}&#10;\usepackage{amsmath}&#10;\pagestyle{empty}&#10;\begin{document}&#10;&#10;$z\neq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0.xml><?xml version="1.0" encoding="utf-8"?>
<p:tagLst xmlns:p="http://schemas.openxmlformats.org/presentationml/2006/main">
  <p:tag name="OUTPUTDPI" val="1200"/>
  <p:tag name="ORIGINALHEIGHT" val="192.75"/>
  <p:tag name="ORIGINALWIDTH" val="469.5"/>
  <p:tag name="LATEXADDIN" val="\documentclass{article}&#10;\usepackage{amsmath}&#10;\pagestyle{empty}&#10;\begin{document}&#10;&#10;$\lim \limits_{\Delta z \rightarrow 0} \frac{\Delta w}{\Delta z}$&#10;&#10;&#10;\end{document}"/>
  <p:tag name="IGUANATEXSIZE" val="24"/>
  <p:tag name="IGUANATEXCURSOR" val="14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1.xml><?xml version="1.0" encoding="utf-8"?>
<p:tagLst xmlns:p="http://schemas.openxmlformats.org/presentationml/2006/main">
  <p:tag name="TIMING" val="|29"/>
</p:tagLst>
</file>

<file path=ppt/tags/tag242.xml><?xml version="1.0" encoding="utf-8"?>
<p:tagLst xmlns:p="http://schemas.openxmlformats.org/presentationml/2006/main">
  <p:tag name="OUTPUTDPI" val="1200"/>
  <p:tag name="ORIGINALHEIGHT" val="134.25"/>
  <p:tag name="ORIGINALWIDTH" val="1903.5"/>
  <p:tag name="LATEXADDIN" val="\documentclass{article}&#10;\usepackage{amsmath}&#10;\pagestyle{empty}&#10;\begin{document}&#10;&#10;$f(z)=c_0+c_1 z+c_2 z^2+\cdots+c_n z^n$&#10;&#10;&#10;\end{document}"/>
  <p:tag name="IGUANATEXSIZE" val="24"/>
  <p:tag name="IGUANATEXCURSOR" val="11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3.xml><?xml version="1.0" encoding="utf-8"?>
<p:tagLst xmlns:p="http://schemas.openxmlformats.org/presentationml/2006/main">
  <p:tag name="OUTPUTDPI" val="1200"/>
  <p:tag name="ORIGINALHEIGHT" val="191.25"/>
  <p:tag name="ORIGINALWIDTH" val="597"/>
  <p:tag name="LATEXADDIN" val="\documentclass{article}&#10;\usepackage{amsmath}&#10;\pagestyle{empty}&#10;\begin{document}&#10;&#10;$f(z)=\frac{g(z)}{h(z)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4.xml><?xml version="1.0" encoding="utf-8"?>
<p:tagLst xmlns:p="http://schemas.openxmlformats.org/presentationml/2006/main">
  <p:tag name="OUTPUTDPI" val="1200"/>
  <p:tag name="ORIGINALHEIGHT" val="125.25"/>
  <p:tag name="ORIGINALWIDTH" val="449.25"/>
  <p:tag name="LATEXADDIN" val="\documentclass{article}&#10;\usepackage{amsmath}&#10;\pagestyle{empty}&#10;\begin{document}&#10;&#10;$h(z)=0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5.xml><?xml version="1.0" encoding="utf-8"?>
<p:tagLst xmlns:p="http://schemas.openxmlformats.org/presentationml/2006/main">
  <p:tag name="TIMING" val="|29"/>
</p:tagLst>
</file>

<file path=ppt/tags/tag246.xml><?xml version="1.0" encoding="utf-8"?>
<p:tagLst xmlns:p="http://schemas.openxmlformats.org/presentationml/2006/main">
  <p:tag name="OUTPUTDPI" val="1200"/>
  <p:tag name="ORIGINALHEIGHT" val="150.75"/>
  <p:tag name="ORIGINALWIDTH" val="687"/>
  <p:tag name="LATEXADDIN" val="\documentclass{article}&#10;\usepackage{amsmath}&#10;\pagestyle{empty}&#10;\begin{document}&#10;&#10;$f(z)=\frac{z+3}{4 z^2-1}$&#10;&#10;&#10;\end{document}"/>
  <p:tag name="IGUANATEXSIZE" val="28"/>
  <p:tag name="IGUANATEXCURSOR" val="10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7.xml><?xml version="1.0" encoding="utf-8"?>
<p:tagLst xmlns:p="http://schemas.openxmlformats.org/presentationml/2006/main">
  <p:tag name="OUTPUTDPI" val="1200"/>
  <p:tag name="ORIGINALHEIGHT" val="105"/>
  <p:tag name="ORIGINALWIDTH" val="616.5"/>
  <p:tag name="LATEXADDIN" val="\documentclass{article}&#10;\usepackage{amsmath}&#10;\pagestyle{empty}&#10;\begin{document}&#10;&#10;$4z^2-1=0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8.xml><?xml version="1.0" encoding="utf-8"?>
<p:tagLst xmlns:p="http://schemas.openxmlformats.org/presentationml/2006/main">
  <p:tag name="OUTPUTDPI" val="1200"/>
  <p:tag name="ORIGINALHEIGHT" val="150"/>
  <p:tag name="ORIGINALWIDTH" val="386.25"/>
  <p:tag name="LATEXADDIN" val="\documentclass{article}&#10;\usepackage{amsmath}&#10;\pagestyle{empty}&#10;\begin{document}&#10;&#10;$z=\pm\frac{1}{2}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9.xml><?xml version="1.0" encoding="utf-8"?>
<p:tagLst xmlns:p="http://schemas.openxmlformats.org/presentationml/2006/main">
  <p:tag name="OUTPUTDPI" val="1200"/>
  <p:tag name="ORIGINALHEIGHT" val="212.25"/>
  <p:tag name="ORIGINALWIDTH" val="2322.75"/>
  <p:tag name="LATEXADDIN" val="\documentclass{article}&#10;\usepackage{amsmath}&#10;\pagestyle{empty}&#10;\begin{document}&#10;&#10;$f^{\prime}(z)=\frac{P^{\prime}(z) Q(z)-P(z) Q^{\prime}(z)}{[Q(z)]^2}=\frac{4 z^2-1-8 z(z+3)}{\left(4 z^2-1\right)^2}$&#10;&#10;&#10;\end{document}"/>
  <p:tag name="IGUANATEXSIZE" val="24"/>
  <p:tag name="IGUANATEXCURSOR" val="1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0.xml><?xml version="1.0" encoding="utf-8"?>
<p:tagLst xmlns:p="http://schemas.openxmlformats.org/presentationml/2006/main">
  <p:tag name="OUTPUTDPI" val="1200"/>
  <p:tag name="ORIGINALHEIGHT" val="134.25"/>
  <p:tag name="ORIGINALWIDTH" val="1604.25"/>
  <p:tag name="LATEXADDIN" val="\documentclass{article}&#10;\usepackage{amsmath}&#10;\pagestyle{empty}&#10;\begin{document}&#10;&#10;$P(z)=z+3,~Q(z)=4z^2-1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1.xml><?xml version="1.0" encoding="utf-8"?>
<p:tagLst xmlns:p="http://schemas.openxmlformats.org/presentationml/2006/main">
  <p:tag name="TIMING" val="|29"/>
</p:tagLst>
</file>

<file path=ppt/tags/tag252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3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4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5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6.xml><?xml version="1.0" encoding="utf-8"?>
<p:tagLst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7.xml><?xml version="1.0" encoding="utf-8"?>
<p:tagLst xmlns:p="http://schemas.openxmlformats.org/presentationml/2006/main">
  <p:tag name="TIMING" val="|29"/>
</p:tagLst>
</file>

<file path=ppt/tags/tag258.xml><?xml version="1.0" encoding="utf-8"?>
<p:tagLst xmlns:p="http://schemas.openxmlformats.org/presentationml/2006/main">
  <p:tag name="OUTPUTDPI" val="1200"/>
  <p:tag name="ORIGINALHEIGHT" val="125.25"/>
  <p:tag name="ORIGINALWIDTH" val="1326.75"/>
  <p:tag name="LATEXADDIN" val="\documentclass{article}&#10;\usepackage{amsmath}&#10;\pagestyle{empty}&#10;\begin{document}&#10;&#10;$\Delta w=f^{\prime}(z) \Delta z+o(|\Delta z|)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9.xml><?xml version="1.0" encoding="utf-8"?>
<p:tagLst xmlns:p="http://schemas.openxmlformats.org/presentationml/2006/main">
  <p:tag name="OUTPUTDPI" val="1200"/>
  <p:tag name="ORIGINALHEIGHT" val="125.25"/>
  <p:tag name="ORIGINALWIDTH" val="972"/>
  <p:tag name="LATEXADDIN" val="\documentclass{article}&#10;\usepackage{amsmath}&#10;\pagestyle{empty}&#10;\begin{document}&#10;&#10;$\omega=f(z)=u+iv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0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1.xml><?xml version="1.0" encoding="utf-8"?>
<p:tagLst xmlns:p="http://schemas.openxmlformats.org/presentationml/2006/main">
  <p:tag name="OUTPUTDPI" val="1200"/>
  <p:tag name="ORIGINALHEIGHT" val="125.25"/>
  <p:tag name="ORIGINALWIDTH" val="741.75"/>
  <p:tag name="LATEXADDIN" val="\documentclass{article}&#10;\usepackage{amsmath}&#10;\pagestyle{empty}&#10;\begin{document}&#10;&#10;$f^\prime(z)=a+ib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2.xml><?xml version="1.0" encoding="utf-8"?>
<p:tagLst xmlns:p="http://schemas.openxmlformats.org/presentationml/2006/main">
  <p:tag name="OUTPUTDPI" val="1200"/>
  <p:tag name="ORIGINALHEIGHT" val="113.25"/>
  <p:tag name="ORIGINALWIDTH" val="1818.75"/>
  <p:tag name="LATEXADDIN" val="\documentclass{article}&#10;\usepackage{amsmath}&#10;\pagestyle{empty}&#10;\begin{document}&#10;&#10;$\Delta w=\Delta u+i \Delta v, \Delta z=\Delta x+i \Delta y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3.xml><?xml version="1.0" encoding="utf-8"?>
<p:tagLst xmlns:p="http://schemas.openxmlformats.org/presentationml/2006/main">
  <p:tag name="OUTPUTDPI" val="1200"/>
  <p:tag name="ORIGINALHEIGHT" val="125.25"/>
  <p:tag name="ORIGINALWIDTH" val="2280"/>
  <p:tag name="LATEXADDIN" val="\documentclass{article}&#10;\usepackage{amsmath}&#10;\pagestyle{empty}&#10;\begin{document}&#10;&#10;$\Delta u+i \Delta v=(a+b i)(\Delta x+i \Delta y)+o(|\Delta z|)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4.xml><?xml version="1.0" encoding="utf-8"?>
<p:tagLst xmlns:p="http://schemas.openxmlformats.org/presentationml/2006/main">
  <p:tag name="OUTPUTDPI" val="1200"/>
  <p:tag name="ORIGINALHEIGHT" val="374.25"/>
  <p:tag name="ORIGINALWIDTH" val="1593.75"/>
  <p:tag name="LATEXADDIN" val="\documentclass{article}&#10;\usepackage{amsmath}&#10;\pagestyle{empty}&#10;\begin{document}&#10;&#10;$\left\{\begin{aligned}&#10;\Delta u &amp; =a \Delta x-b \Delta y+o(|\Delta z|) \\&#10;\Delta v &amp; =b \Delta x+a \Delta y+o(|\Delta z|)&#10;\end{aligned}\right.$&#10;&#10;&#10;\end{document}"/>
  <p:tag name="IGUANATEXSIZE" val="24"/>
  <p:tag name="IGUANATEXCURSOR" val="2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5.xml><?xml version="1.0" encoding="utf-8"?>
<p:tagLst xmlns:p="http://schemas.openxmlformats.org/presentationml/2006/main">
  <p:tag name="OUTPUTDPI" val="1200"/>
  <p:tag name="ORIGINALHEIGHT" val="172.5"/>
  <p:tag name="ORIGINALWIDTH" val="1594.5"/>
  <p:tag name="LATEXADDIN" val="\documentclass{article}&#10;\usepackage{amsmath}&#10;\pagestyle{empty}&#10;\begin{document}&#10;&#10;$a=\frac{\partial u}{\partial x}=\frac{\partial v}{\partial y}, -b=\frac{\partial u}{\partial y}=-\frac{\partial v}{\partial x}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6.xml><?xml version="1.0" encoding="utf-8"?>
<p:tagLst xmlns:p="http://schemas.openxmlformats.org/presentationml/2006/main">
  <p:tag name="TIMING" val="|29"/>
</p:tagLst>
</file>

<file path=ppt/tags/tag267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8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9.xml><?xml version="1.0" encoding="utf-8"?>
<p:tagLst xmlns:p="http://schemas.openxmlformats.org/presentationml/2006/main">
  <p:tag name="OUTPUTDPI" val="1200"/>
  <p:tag name="ORIGINALHEIGHT" val="125.25"/>
  <p:tag name="ORIGINALWIDTH" val="264.75"/>
  <p:tag name="LATEXADDIN" val="\documentclass{article}&#10;\usepackage{amsmath}&#10;\pagestyle{empty}&#10;\begin{document}&#10;&#10;$(x,y)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0.xml><?xml version="1.0" encoding="utf-8"?>
<p:tagLst xmlns:p="http://schemas.openxmlformats.org/presentationml/2006/main">
  <p:tag name="OUTPUTDPI" val="1200"/>
  <p:tag name="ORIGINALHEIGHT" val="299.25"/>
  <p:tag name="ORIGINALWIDTH" val="1775.25"/>
  <p:tag name="LATEXADDIN" val="\documentclass{article}&#10;\usepackage{amsmath}&#10;\pagestyle{empty}&#10;\begin{document}&#10;&#10;$\left\{\begin{array}{l}&#10;\Delta u=u_x \Delta x+u_y \Delta y+o(|\Delta z|) \\&#10;\Delta v=v_y \Delta y+v_x \Delta x+o(|\Delta z|)&#10;\end{array}\right.$&#10;&#10;&#10;\end{document}"/>
  <p:tag name="IGUANATEXSIZE" val="24"/>
  <p:tag name="IGUANATEXCURSOR" val="1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1.xml><?xml version="1.0" encoding="utf-8"?>
<p:tagLst xmlns:p="http://schemas.openxmlformats.org/presentationml/2006/main">
  <p:tag name="OUTPUTDPI" val="1200"/>
  <p:tag name="ORIGINALHEIGHT" val="374.25"/>
  <p:tag name="ORIGINALWIDTH" val="1731.75"/>
  <p:tag name="LATEXADDIN" val="\documentclass{article}&#10;\usepackage{amsmath}&#10;\usepackage{xcolor}&#10;\pagestyle{empty}&#10;\begin{document}&#10;&#10;$\left\{\begin{aligned}&#10;\Delta u &amp; =u_x \Delta x {\color{red}-v_x} \Delta y+o(|\Delta z|) \\&#10;\Delta v &amp; ={\color{red}u_x} \Delta y+v_x \Delta x+o(|\Delta z|)&#10;\end{aligned}\right.$&#10;&#10;&#10;\end{document}"/>
  <p:tag name="IGUANATEXSIZE" val="24"/>
  <p:tag name="IGUANATEXCURSOR" val="22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2.xml><?xml version="1.0" encoding="utf-8"?>
<p:tagLst xmlns:p="http://schemas.openxmlformats.org/presentationml/2006/main">
  <p:tag name="OUTPUTDPI" val="1200"/>
  <p:tag name="ORIGINALHEIGHT" val="91.5"/>
  <p:tag name="ORIGINALWIDTH" val="977.25"/>
  <p:tag name="LATEXADDIN" val="\documentclass{article}&#10;\usepackage{amsmath}&#10;\pagestyle{empty}&#10;\begin{document}&#10;&#10;$u_x=v_y, u_y=-v_x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3.xml><?xml version="1.0" encoding="utf-8"?>
<p:tagLst xmlns:p="http://schemas.openxmlformats.org/presentationml/2006/main">
  <p:tag name="OUTPUTDPI" val="1200"/>
  <p:tag name="ORIGINALHEIGHT" val="125.25"/>
  <p:tag name="ORIGINALWIDTH" val="2800.5"/>
  <p:tag name="LATEXADDIN" val="\documentclass{article}&#10;\usepackage{amsmath}&#10;\pagestyle{empty}&#10;\begin{document}&#10;&#10;$\Delta w=\Delta u+i \Delta v=\left(u_x+i v_x\right)(\Delta x+i \Delta y)+o(|\Delta z|)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5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6.xml><?xml version="1.0" encoding="utf-8"?>
<p:tagLst xmlns:p="http://schemas.openxmlformats.org/presentationml/2006/main">
  <p:tag name="OUTPUTDPI" val="1200"/>
  <p:tag name="ORIGINALHEIGHT" val="125.25"/>
  <p:tag name="ORIGINALWIDTH" val="869.25"/>
  <p:tag name="LATEXADDIN" val="\documentclass{article}&#10;\usepackage{amsmath}&#10;\pagestyle{empty}&#10;\begin{document}&#10;&#10;$f^\prime(z)=u_x+iv_x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7.xml><?xml version="1.0" encoding="utf-8"?>
<p:tagLst xmlns:p="http://schemas.openxmlformats.org/presentationml/2006/main">
  <p:tag name="TIMING" val="|29"/>
</p:tagLst>
</file>

<file path=ppt/tags/tag278.xml><?xml version="1.0" encoding="utf-8"?>
<p:tagLst xmlns:p="http://schemas.openxmlformats.org/presentationml/2006/main">
  <p:tag name="OUTPUTDPI" val="1200"/>
  <p:tag name="ORIGINALHEIGHT" val="323.25"/>
  <p:tag name="ORIGINALWIDTH" val="1496.25"/>
  <p:tag name="LATEXADDIN" val="\documentclass{article}&#10;\usepackage{amsmath}&#10;\usepackage{xcolor}&#10;\pagestyle{empty}&#10;\begin{document}&#10;&#10;$\begin{aligned}&#10;f^\prime(z)={\color{red}u_x+iv_x}=u_x-iu_y\\&#10;=v_y-iu_y=v_y+iv_x&#10;\end{aligned}$&#10;&#10;&#10;\end{document}"/>
  <p:tag name="IGUANATEXSIZE" val="24"/>
  <p:tag name="IGUANATEXCURSOR" val="6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9.xml><?xml version="1.0" encoding="utf-8"?>
<p:tagLst xmlns:p="http://schemas.openxmlformats.org/presentationml/2006/main">
  <p:tag name="TIMING" val="|29"/>
</p:tagLst>
</file>

<file path=ppt/tags/tag280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1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2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3.xml><?xml version="1.0" encoding="utf-8"?>
<p:tagLst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4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5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6.xml><?xml version="1.0" encoding="utf-8"?>
<p:tagLst xmlns:p="http://schemas.openxmlformats.org/presentationml/2006/main">
  <p:tag name="TIMING" val="|29"/>
</p:tagLst>
</file>

<file path=ppt/tags/tag287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8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9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0.xml><?xml version="1.0" encoding="utf-8"?>
<p:tagLst xmlns:p="http://schemas.openxmlformats.org/presentationml/2006/main">
  <p:tag name="OUTPUTDPI" val="1200"/>
  <p:tag name="ORIGINALHEIGHT" val="91.5"/>
  <p:tag name="ORIGINALWIDTH" val="660"/>
  <p:tag name="LATEXADDIN" val="\documentclass{article}&#10;\usepackage{amsmath}&#10;\pagestyle{empty}&#10;\begin{document}&#10;&#10;$u_x,u_y,v_x,v_y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1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3.xml><?xml version="1.0" encoding="utf-8"?>
<p:tagLst xmlns:p="http://schemas.openxmlformats.org/presentationml/2006/main">
  <p:tag name="TIMING" val="|29"/>
</p:tagLst>
</file>

<file path=ppt/tags/tag294.xml><?xml version="1.0" encoding="utf-8"?>
<p:tagLst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5.xml><?xml version="1.0" encoding="utf-8"?>
<p:tagLst xmlns:p="http://schemas.openxmlformats.org/presentationml/2006/main">
  <p:tag name="OUTPUTDPI" val="1200"/>
  <p:tag name="ORIGINALHEIGHT" val="125.25"/>
  <p:tag name="ORIGINALWIDTH" val="456"/>
  <p:tag name="LATEXADDIN" val="\documentclass{article}&#10;\usepackage{amsmath}&#10;\pagestyle{empty}&#10;\begin{document}&#10;&#10;$f(z)=\bar{z}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6.xml><?xml version="1.0" encoding="utf-8"?>
<p:tagLst xmlns:p="http://schemas.openxmlformats.org/presentationml/2006/main">
  <p:tag name="OUTPUTDPI" val="1200"/>
  <p:tag name="ORIGINALHEIGHT" val="134.25"/>
  <p:tag name="ORIGINALWIDTH" val="783.75"/>
  <p:tag name="LATEXADDIN" val="\documentclass{article}&#10;\usepackage{amsmath}&#10;\pagestyle{empty}&#10;\begin{document}&#10;&#10;$f(z)=x^2+y^2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7.xml><?xml version="1.0" encoding="utf-8"?>
<p:tagLst xmlns:p="http://schemas.openxmlformats.org/presentationml/2006/main">
  <p:tag name="OUTPUTDPI" val="1200"/>
  <p:tag name="ORIGINALHEIGHT" val="283.5"/>
  <p:tag name="ORIGINALWIDTH" val="912"/>
  <p:tag name="LATEXADDIN" val="\documentclass{article}&#10;\usepackage{amsmath}&#10;\pagestyle{empty}&#10;\begin{document}&#10;&#10;\noindent$u(x,y)=x^2+y^2$\\&#10;$ v(x,y)=0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8.xml><?xml version="1.0" encoding="utf-8"?>
<p:tagLst xmlns:p="http://schemas.openxmlformats.org/presentationml/2006/main">
  <p:tag name="OUTPUTDPI" val="1200"/>
  <p:tag name="ORIGINALHEIGHT" val="613.5"/>
  <p:tag name="ORIGINALWIDTH" val="1081.5"/>
  <p:tag name="LATEXADDIN" val="\documentclass{article}&#10;\usepackage{amsmath}&#10;\pagestyle{empty}&#10;\begin{document}&#10;&#10;$\begin{aligned}&#10; \frac{\partial u}{\partial x}=2x,&amp; \quad \frac{\partial u}{\partial y}=2y \\&#10; \frac{\partial v}{\partial y}=0, &amp;\quad \frac{\partial v}{\partial x}=0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9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0.xml><?xml version="1.0" encoding="utf-8"?>
<p:tagLst xmlns:p="http://schemas.openxmlformats.org/presentationml/2006/main">
  <p:tag name="TIMING" val="|29"/>
</p:tagLst>
</file>

<file path=ppt/tags/tag301.xml><?xml version="1.0" encoding="utf-8"?>
<p:tagLst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2.xml><?xml version="1.0" encoding="utf-8"?>
<p:tagLst xmlns:p="http://schemas.openxmlformats.org/presentationml/2006/main">
  <p:tag name="OUTPUTDPI" val="1200"/>
  <p:tag name="ORIGINALHEIGHT" val="125.25"/>
  <p:tag name="ORIGINALWIDTH" val="456"/>
  <p:tag name="LATEXADDIN" val="\documentclass{article}&#10;\usepackage{amsmath}&#10;\pagestyle{empty}&#10;\begin{document}&#10;&#10;$f(z)=\bar{z}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3.xml><?xml version="1.0" encoding="utf-8"?>
<p:tagLst xmlns:p="http://schemas.openxmlformats.org/presentationml/2006/main">
  <p:tag name="OUTPUTDPI" val="1200"/>
  <p:tag name="ORIGINALHEIGHT" val="125.25"/>
  <p:tag name="ORIGINALWIDTH" val="722.25"/>
  <p:tag name="LATEXADDIN" val="\documentclass{article}&#10;\usepackage{amsmath}&#10;\pagestyle{empty}&#10;\begin{document}&#10;&#10;$f(z)=x-iy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4.xml><?xml version="1.0" encoding="utf-8"?>
<p:tagLst xmlns:p="http://schemas.openxmlformats.org/presentationml/2006/main">
  <p:tag name="OUTPUTDPI" val="1200"/>
  <p:tag name="ORIGINALHEIGHT" val="274.5"/>
  <p:tag name="ORIGINALWIDTH" val="675"/>
  <p:tag name="LATEXADDIN" val="\documentclass{article}&#10;\usepackage{amsmath}&#10;\pagestyle{empty}&#10;\begin{document}&#10;&#10;\noindent$u(x,y)=x$\\&#10;$ v(x,y)=-y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5.xml><?xml version="1.0" encoding="utf-8"?>
<p:tagLst xmlns:p="http://schemas.openxmlformats.org/presentationml/2006/main">
  <p:tag name="OUTPUTDPI" val="1200"/>
  <p:tag name="ORIGINALHEIGHT" val="613.5"/>
  <p:tag name="ORIGINALWIDTH" val="1035"/>
  <p:tag name="LATEXADDIN" val="\documentclass{article}&#10;\usepackage{amsmath}&#10;\pagestyle{empty}&#10;\begin{document}&#10;&#10;$\begin{aligned}&#10; \frac{\partial u}{\partial x}=1,&amp; \quad \frac{\partial u}{\partial y}=0 \\&#10; \frac{\partial v}{\partial y}=-1, &amp;\quad \frac{\partial v}{\partial x}=0&#10;\end{aligned}$&#10;&#10;&#10;\end{document}"/>
  <p:tag name="IGUANATEXSIZE" val="24"/>
  <p:tag name="IGUANATEXCURSOR" val="2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6.xml><?xml version="1.0" encoding="utf-8"?>
<p:tagLst xmlns:p="http://schemas.openxmlformats.org/presentationml/2006/main">
  <p:tag name="TIMING" val="|29"/>
</p:tagLst>
</file>

<file path=ppt/tags/tag307.xml><?xml version="1.0" encoding="utf-8"?>
<p:tagLst xmlns:p="http://schemas.openxmlformats.org/presentationml/2006/main">
  <p:tag name="OUTPUTDPI" val="1200"/>
  <p:tag name="ORIGINALHEIGHT" val="134.25"/>
  <p:tag name="ORIGINALWIDTH" val="565.5"/>
  <p:tag name="LATEXADDIN" val="\documentclass{article}&#10;\usepackage{amsmath}&#10;\pagestyle{empty}&#10;\begin{document}&#10;&#10;$f(z)=\bar{z}z^2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8.xml><?xml version="1.0" encoding="utf-8"?>
<p:tagLst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9.xml><?xml version="1.0" encoding="utf-8"?>
<p:tagLst xmlns:p="http://schemas.openxmlformats.org/presentationml/2006/main">
  <p:tag name="OUTPUTDPI" val="1200"/>
  <p:tag name="ORIGINALHEIGHT" val="150"/>
  <p:tag name="ORIGINALWIDTH" val="1758"/>
  <p:tag name="LATEXADDIN" val="\documentclass{article}&#10;\usepackage{amsmath}&#10;\pagestyle{empty}&#10;\begin{document}&#10;&#10;$f(z)=\left(x^3+x y^2\right)+i\left(x^2 y+y^3\right)$&#10;&#10;&#10;\end{document}"/>
  <p:tag name="IGUANATEXSIZE" val="24"/>
  <p:tag name="IGUANATEXCURSOR" val="13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0.xml><?xml version="1.0" encoding="utf-8"?>
<p:tagLst xmlns:p="http://schemas.openxmlformats.org/presentationml/2006/main">
  <p:tag name="OUTPUTDPI" val="1200"/>
  <p:tag name="ORIGINALHEIGHT" val="613.5"/>
  <p:tag name="ORIGINALWIDTH" val="1482"/>
  <p:tag name="LATEXADDIN" val="\documentclass{article}&#10;\usepackage{amsmath}&#10;\pagestyle{empty}&#10;\begin{document}&#10;&#10;$\begin{aligned}&#10;\frac{\partial u}{\partial x}=3 x^2+y^2, &amp;\quad \frac{\partial u}{\partial y}=2 x y \\&#10;\frac{\partial v}{\partial y}=x^2+3 y^2, &amp;\quad \frac{\partial v}{\partial x}=2 x y&#10;\end{aligned}$&#10;&#10;&#10;\end{document}"/>
  <p:tag name="IGUANATEXSIZE" val="24"/>
  <p:tag name="IGUANATEXCURSOR" val="23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1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2.xml><?xml version="1.0" encoding="utf-8"?>
<p:tagLst xmlns:p="http://schemas.openxmlformats.org/presentationml/2006/main">
  <p:tag name="TIMING" val="|29"/>
</p:tagLst>
</file>

<file path=ppt/tags/tag313.xml><?xml version="1.0" encoding="utf-8"?>
<p:tagLst xmlns:p="http://schemas.openxmlformats.org/presentationml/2006/main">
  <p:tag name="OUTPUTDPI" val="1200"/>
  <p:tag name="ORIGINALHEIGHT" val="134.25"/>
  <p:tag name="ORIGINALWIDTH" val="565.5"/>
  <p:tag name="LATEXADDIN" val="\documentclass{article}&#10;\usepackage{amsmath}&#10;\pagestyle{empty}&#10;\begin{document}&#10;&#10;$f(z)=\bar{z}z^2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4.xml><?xml version="1.0" encoding="utf-8"?>
<p:tagLst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5.xml><?xml version="1.0" encoding="utf-8"?>
<p:tagLst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6.xml><?xml version="1.0" encoding="utf-8"?>
<p:tagLst xmlns:p="http://schemas.openxmlformats.org/presentationml/2006/main">
  <p:tag name="OUTPUTDPI" val="1200"/>
  <p:tag name="ORIGINALHEIGHT" val="613.5"/>
  <p:tag name="ORIGINALWIDTH" val="1015.5"/>
  <p:tag name="LATEXADDIN" val="\documentclass{article}&#10;\usepackage{amsmath}&#10;\pagestyle{empty}&#10;\begin{document}&#10;&#10;$\begin{aligned}&#10; \frac{\partial u}{\partial x}=2x,&amp; \quad \frac{\partial u}{\partial y}=0 \\&#10; \frac{\partial v}{\partial y}=2y, &amp;\quad \frac{\partial v}{\partial x}=0&#10;\end{aligned}$&#10;&#10;&#10;\end{document}"/>
  <p:tag name="IGUANATEXSIZE" val="24"/>
  <p:tag name="IGUANATEXCURSOR" val="20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7.xml><?xml version="1.0" encoding="utf-8"?>
<p:tagLst xmlns:p="http://schemas.openxmlformats.org/presentationml/2006/main">
  <p:tag name="TIMING" val="|29"/>
</p:tagLst>
</file>

<file path=ppt/tags/tag318.xml><?xml version="1.0" encoding="utf-8"?>
<p:tagLst xmlns:p="http://schemas.openxmlformats.org/presentationml/2006/main">
  <p:tag name="OUTPUTDPI" val="1200"/>
  <p:tag name="ORIGINALHEIGHT" val="125.25"/>
  <p:tag name="ORIGINALWIDTH" val="1589.25"/>
  <p:tag name="LATEXADDIN" val="\documentclass{article}&#10;\usepackage{amsmath}&#10;\pagestyle{empty}&#10;\begin{document}&#10;&#10;$f(z)=e^z=e^x(\cos y+i\sin y)$&#10;&#10;&#10;\end{document}"/>
  <p:tag name="IGUANATEXSIZE" val="28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9.xml><?xml version="1.0" encoding="utf-8"?>
<p:tagLst xmlns:p="http://schemas.openxmlformats.org/presentationml/2006/main">
  <p:tag name="TIMING" val="|29"/>
</p:tagLst>
</file>

<file path=ppt/tags/tag320.xml><?xml version="1.0" encoding="utf-8"?>
<p:tagLst xmlns:p="http://schemas.openxmlformats.org/presentationml/2006/main">
  <p:tag name="OUTPUTDPI" val="1200"/>
  <p:tag name="ORIGINALHEIGHT" val="113.25"/>
  <p:tag name="ORIGINALWIDTH" val="603"/>
  <p:tag name="LATEXADDIN" val="\documentclass{article}&#10;\usepackage{amsmath}&#10;\pagestyle{empty}&#10;\begin{document}&#10;&#10;$f=u+iv_1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1.xml><?xml version="1.0" encoding="utf-8"?>
<p:tagLst xmlns:p="http://schemas.openxmlformats.org/presentationml/2006/main">
  <p:tag name="OUTPUTDPI" val="1200"/>
  <p:tag name="ORIGINALHEIGHT" val="108"/>
  <p:tag name="ORIGINALWIDTH" val="599.25"/>
  <p:tag name="LATEXADDIN" val="\documentclass{article}&#10;\usepackage{amsmath}&#10;\pagestyle{empty}&#10;\begin{document}&#10;&#10;$g=u+iv_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3.xml><?xml version="1.0" encoding="utf-8"?>
<p:tagLst xmlns:p="http://schemas.openxmlformats.org/presentationml/2006/main">
  <p:tag name="OUTPUTDPI" val="1200"/>
  <p:tag name="ORIGINALHEIGHT" val="125.25"/>
  <p:tag name="ORIGINALWIDTH" val="1179"/>
  <p:tag name="LATEXADDIN" val="\documentclass{article}&#10;\usepackage{amsmath}&#10;\pagestyle{empty}&#10;\begin{document}&#10;&#10;$v_1(x,y)=v_2(x,y)+c$&#10;&#10;&#10;\end{document}"/>
  <p:tag name="IGUANATEXSIZE" val="28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4.xml><?xml version="1.0" encoding="utf-8"?>
<p:tagLst xmlns:p="http://schemas.openxmlformats.org/presentationml/2006/main">
  <p:tag name="OUTPUTDPI" val="1200"/>
  <p:tag name="ORIGINALHEIGHT" val="174"/>
  <p:tag name="ORIGINALWIDTH" val="823.5"/>
  <p:tag name="LATEXADDIN" val="\documentclass{article}&#10;\usepackage{amsmath}&#10;\pagestyle{empty}&#10;\begin{document}&#10;&#10;$\frac{\partial u}{\partial x}=\frac{\partial v_1}{\partial y}=\frac{\partial v_2}{\partial y}$&#10;&#10;&#10;\end{document}"/>
  <p:tag name="IGUANATEXSIZE" val="24"/>
  <p:tag name="IGUANATEXCURSOR" val="17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5.xml><?xml version="1.0" encoding="utf-8"?>
<p:tagLst xmlns:p="http://schemas.openxmlformats.org/presentationml/2006/main">
  <p:tag name="OUTPUTDPI" val="1200"/>
  <p:tag name="ORIGINALHEIGHT" val="174"/>
  <p:tag name="ORIGINALWIDTH" val="1017"/>
  <p:tag name="LATEXADDIN" val="\documentclass{article}&#10;\usepackage{amsmath}&#10;\pagestyle{empty}&#10;\begin{document}&#10;&#10;$\frac{\partial u}{\partial y}=-\frac{\partial v_1}{\partial x}=-\frac{\partial v_2}{\partial x}$&#10;&#10;&#10;\end{document}"/>
  <p:tag name="IGUANATEXSIZE" val="24"/>
  <p:tag name="IGUANATEXCURSOR" val="17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6.xml><?xml version="1.0" encoding="utf-8"?>
<p:tagLst xmlns:p="http://schemas.openxmlformats.org/presentationml/2006/main">
  <p:tag name="OUTPUTDPI" val="1200"/>
  <p:tag name="ORIGINALHEIGHT" val="125.25"/>
  <p:tag name="ORIGINALWIDTH" val="1179"/>
  <p:tag name="LATEXADDIN" val="\documentclass{article}&#10;\usepackage{amsmath}&#10;\pagestyle{empty}&#10;\begin{document}&#10;&#10;$v_1(x,y)=v_2(x,y)+c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7.xml><?xml version="1.0" encoding="utf-8"?>
<p:tagLst xmlns:p="http://schemas.openxmlformats.org/presentationml/2006/main">
  <p:tag name="TIMING" val="|2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清晰度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9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0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Name="Document" ma:contentTypeDescription="Create a new document." ma:contentTypeScope="" ma:versionID="c821f5595c10624a561c763398b2b375" ma:contentTypeID="0x01010005412C54EF6B924AA1F01C994AD17189" ma:contentTypeVersion="11" ct:_="" ma:_="">
  <xsd:schema xmlns:xs="http://www.w3.org/2001/XMLSchema" xmlns:ns3="509add88-2c79-4840-b307-c95dbf689d65" xmlns:p="http://schemas.microsoft.com/office/2006/metadata/properties" xmlns:xsd="http://www.w3.org/2001/XMLSchema" ns3:_="" targetNamespace="http://schemas.microsoft.com/office/2006/metadata/properties" ma:fieldsID="98b50cfb8e477a941a04507b6ff479b1" ma:root="true">
    <xsd:import namespace="509add88-2c79-4840-b307-c95dbf689d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xsd="http://www.w3.org/2001/XMLSchema" xmlns:pc="http://schemas.microsoft.com/office/infopath/2007/PartnerControls" targetNamespace="509add88-2c79-4840-b307-c95dbf689d65" elementFormDefault="qualified">
    <xsd:import namespace="http://schemas.microsoft.com/office/2006/documentManagement/types"/>
    <xsd:import namespace="http://schemas.microsoft.com/office/infopath/2007/PartnerControls"/>
    <xsd:element ma:displayName="MediaServiceMetadata" ma:hidden="true" nillable="true" ma:readOnly="true" name="MediaServiceMetadata" ma:internalName="MediaServiceMetadata" ma:index="8">
      <xsd:simpleType>
        <xsd:restriction base="dms:Note"/>
      </xsd:simpleType>
    </xsd:element>
    <xsd:element ma:displayName="MediaServiceFastMetadata" ma:hidden="true" nillable="true" ma:readOnly="true" name="MediaServiceFastMetadata" ma:internalName="MediaServiceFastMetadata" ma:index="9">
      <xsd:simpleType>
        <xsd:restriction base="dms:Note"/>
      </xsd:simpleType>
    </xsd:element>
    <xsd:element ma:displayName="MediaServiceAutoKeyPoints" ma:hidden="true" nillable="true" ma:readOnly="true" name="MediaServiceAutoKeyPoints" ma:internalName="MediaServiceAutoKeyPoints" ma:index="10">
      <xsd:simpleType>
        <xsd:restriction base="dms:Note"/>
      </xsd:simpleType>
    </xsd:element>
    <xsd:element ma:displayName="KeyPoints" nillable="true" ma:readOnly="true" name="MediaServiceKeyPoints" ma:internalName="MediaServiceKeyPoints" ma:index="11">
      <xsd:simpleType>
        <xsd:restriction base="dms:Note">
          <xsd:maxLength value="255"/>
        </xsd:restriction>
      </xsd:simpleType>
    </xsd:element>
    <xsd:element ma:displayName="MediaServiceDateTaken" ma:hidden="true" nillable="true" ma:readOnly="true" name="MediaServiceDateTaken" ma:internalName="MediaServiceDateTaken" ma:index="12">
      <xsd:simpleType>
        <xsd:restriction base="dms:Text"/>
      </xsd:simpleType>
    </xsd:element>
    <xsd:element ma:displayName="Tags" nillable="true" ma:readOnly="true" name="MediaServiceAutoTags" ma:internalName="MediaServiceAutoTags" ma:index="13">
      <xsd:simpleType>
        <xsd:restriction base="dms:Text"/>
      </xsd:simpleType>
    </xsd:element>
    <xsd:element ma:displayName="Extracted Text" nillable="true" ma:readOnly="true" name="MediaServiceOCR" ma:internalName="MediaServiceOCR" ma:index="14">
      <xsd:simpleType>
        <xsd:restriction base="dms:Note">
          <xsd:maxLength value="255"/>
        </xsd:restriction>
      </xsd:simpleType>
    </xsd:element>
    <xsd:element ma:displayName="MediaServiceGenerationTime" ma:hidden="true" nillable="true" ma:readOnly="true" name="MediaServiceGenerationTime" ma:internalName="MediaServiceGenerationTime" ma:index="15">
      <xsd:simpleType>
        <xsd:restriction base="dms:Text"/>
      </xsd:simpleType>
    </xsd:element>
    <xsd:element ma:displayName="MediaServiceEventHashCode" ma:hidden="true" nillable="true" ma:readOnly="true" name="MediaServiceEventHashCode" ma:internalName="MediaServiceEventHashCode" ma:index="16">
      <xsd:simpleType>
        <xsd:restriction base="dms:Text"/>
      </xsd:simpleType>
    </xsd:element>
    <xsd:element ma:displayName="Length (seconds)" nillable="true" ma:readOnly="true" name="MediaLengthInSeconds" ma:internalName="MediaLengthInSeconds" ma:index="17">
      <xsd:simpleType>
        <xsd:restriction base="dms:Unknown"/>
      </xsd:simpleType>
    </xsd:element>
    <xsd:element ma:displayName="Location" nillable="true" ma:readOnly="true" name="MediaServiceLocation" ma:internalName="MediaServiceLocation" ma:index="18">
      <xsd:simpleType>
        <xsd:restriction base="dms:Text"/>
      </xsd:simpleType>
    </xsd:element>
  </xsd:schema>
  <xsd:schema xmlns:xsi="http://www.w3.org/2001/XMLSchema-instance" xmlns:dcterms="http://purl.org/dc/terms/" xmlns="http://schemas.openxmlformats.org/package/2006/metadata/core-properties" xmlns:odoc="http://schemas.microsoft.com/internal/obd" xmlns:xsd="http://www.w3.org/2001/XMLSchema" xmlns:dc="http://purl.org/dc/elements/1.1/" targetNamespace="http://schemas.openxmlformats.org/package/2006/metadata/core-properties" elementFormDefault="qualified" blockDefault="#all" attributeFormDefault="un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:displayName="Content Type" type="xsd:string" name="contentType" maxOccurs="1" ma:index="0" minOccurs="0"/>
        <xsd:element ma:displayName="Title" ref="dc:title" maxOccurs="1" ma:index="4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xs="http://www.w3.org/2001/XMLSchema" xmlns:pc="http://schemas.microsoft.com/office/infopath/2007/PartnerControls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/>
</p:properties>
</file>

<file path=customXml/itemProps328.xml><?xml version="1.0" encoding="utf-8"?>
<ds:datastoreItem xmlns:ds="http://schemas.openxmlformats.org/officeDocument/2006/customXml" ds:itemID="{D916F450-6281-48D5-8DD7-ABC720A5FBFC}">
  <ds:schemaRefs/>
</ds:datastoreItem>
</file>

<file path=customXml/itemProps329.xml><?xml version="1.0" encoding="utf-8"?>
<ds:datastoreItem xmlns:ds="http://schemas.openxmlformats.org/officeDocument/2006/customXml" ds:itemID="{5CF95E56-3C74-46E8-B397-B550E9987BE7}">
  <ds:schemaRefs/>
</ds:datastoreItem>
</file>

<file path=customXml/itemProps330.xml><?xml version="1.0" encoding="utf-8"?>
<ds:datastoreItem xmlns:ds="http://schemas.openxmlformats.org/officeDocument/2006/customXml" ds:itemID="{3476EB68-BDCE-46B7-8523-EAC1B59D9CD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11670</Words>
  <Application>WPS 演示</Application>
  <PresentationFormat>全屏显示(4:3)</PresentationFormat>
  <Paragraphs>719</Paragraphs>
  <Slides>57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82" baseType="lpstr">
      <vt:lpstr>Arial</vt:lpstr>
      <vt:lpstr>宋体</vt:lpstr>
      <vt:lpstr>Wingdings</vt:lpstr>
      <vt:lpstr>汉仪书宋二KW</vt:lpstr>
      <vt:lpstr>Calibri</vt:lpstr>
      <vt:lpstr>Helvetica Neue</vt:lpstr>
      <vt:lpstr>Times New Roman</vt:lpstr>
      <vt:lpstr>楷体</vt:lpstr>
      <vt:lpstr>汉仪楷体KW</vt:lpstr>
      <vt:lpstr>Times New Roman Bold Italic</vt:lpstr>
      <vt:lpstr>DejaVu Math TeX Gyre</vt:lpstr>
      <vt:lpstr>楷体_GB2312</vt:lpstr>
      <vt:lpstr>汉仪楷体简</vt:lpstr>
      <vt:lpstr>华文楷体</vt:lpstr>
      <vt:lpstr>微软雅黑</vt:lpstr>
      <vt:lpstr>方正雅意黑 GB18030L2</vt:lpstr>
      <vt:lpstr>宋体</vt:lpstr>
      <vt:lpstr>Arial Unicode MS</vt:lpstr>
      <vt:lpstr>Symbol</vt:lpstr>
      <vt:lpstr>Kingsoft Sign</vt:lpstr>
      <vt:lpstr>Symbol</vt:lpstr>
      <vt:lpstr>Wingdings</vt:lpstr>
      <vt:lpstr>楷体</vt:lpstr>
      <vt:lpstr>楷体_GB2312</vt:lpstr>
      <vt:lpstr>清晰度</vt:lpstr>
      <vt:lpstr>Mathematical Foundations of Control Engineering 控制工程数学基础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DISTRIBUTED EVENT-TRIGGERED ADAPTIVE CONTROL OF UNCERTAIN HETEROGENEOUS MULTI-AGENT SYSTEMS</dc:title>
  <dc:creator>Ruohan</dc:creator>
  <cp:lastModifiedBy>zhubohao</cp:lastModifiedBy>
  <cp:revision>1877</cp:revision>
  <dcterms:created xsi:type="dcterms:W3CDTF">2026-09-13T11:03:05Z</dcterms:created>
  <dcterms:modified xsi:type="dcterms:W3CDTF">2026-09-13T11:03:05Z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0x01010005412C54EF6B924AA1F01C994AD17189</vt:lpwstr>
  </property>
  <property fmtid="{D5CDD505-2E9C-101B-9397-08002B2CF9AE}" pid="3" name="KSOProductBuildVer">
    <vt:lpwstr>2052-12.1.28492.28492</vt:lpwstr>
  </property>
  <property fmtid="{D5CDD505-2E9C-101B-9397-08002B2CF9AE}" pid="4" name="ICV">
    <vt:lpwstr>0FBF2ADCE1BEF518FF80A16A133790A5_42</vt:lpwstr>
  </property>
</Properties>
</file>