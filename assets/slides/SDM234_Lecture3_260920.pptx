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emf" ContentType="image/x-emf"/>
  <Default Extension="rels" ContentType="application/vnd.openxmlformats-package.relationships+xml"/>
  <Override PartName="/customXml/itemProps283.xml" ContentType="application/vnd.openxmlformats-officedocument.customXmlProperties+xml"/>
  <Override PartName="/customXml/itemProps284.xml" ContentType="application/vnd.openxmlformats-officedocument.customXmlProperties+xml"/>
  <Override PartName="/customXml/itemProps28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50"/>
  </p:handoutMasterIdLst>
  <p:sldIdLst>
    <p:sldId id="311" r:id="rId3"/>
    <p:sldId id="403" r:id="rId5"/>
    <p:sldId id="358" r:id="rId6"/>
    <p:sldId id="651" r:id="rId7"/>
    <p:sldId id="684" r:id="rId8"/>
    <p:sldId id="685" r:id="rId9"/>
    <p:sldId id="686" r:id="rId10"/>
    <p:sldId id="699" r:id="rId11"/>
    <p:sldId id="701" r:id="rId12"/>
    <p:sldId id="700" r:id="rId13"/>
    <p:sldId id="703" r:id="rId14"/>
    <p:sldId id="704" r:id="rId15"/>
    <p:sldId id="706" r:id="rId16"/>
    <p:sldId id="707" r:id="rId17"/>
    <p:sldId id="709" r:id="rId18"/>
    <p:sldId id="710" r:id="rId19"/>
    <p:sldId id="480" r:id="rId20"/>
    <p:sldId id="718" r:id="rId21"/>
    <p:sldId id="713" r:id="rId22"/>
    <p:sldId id="714" r:id="rId23"/>
    <p:sldId id="715" r:id="rId24"/>
    <p:sldId id="719" r:id="rId25"/>
    <p:sldId id="716" r:id="rId26"/>
    <p:sldId id="717" r:id="rId27"/>
    <p:sldId id="720" r:id="rId28"/>
    <p:sldId id="723" r:id="rId29"/>
    <p:sldId id="724" r:id="rId30"/>
    <p:sldId id="727" r:id="rId31"/>
    <p:sldId id="722" r:id="rId32"/>
    <p:sldId id="725" r:id="rId33"/>
    <p:sldId id="726" r:id="rId34"/>
    <p:sldId id="503" r:id="rId35"/>
    <p:sldId id="729" r:id="rId36"/>
    <p:sldId id="730" r:id="rId37"/>
    <p:sldId id="731" r:id="rId38"/>
    <p:sldId id="732" r:id="rId39"/>
    <p:sldId id="733" r:id="rId40"/>
    <p:sldId id="735" r:id="rId41"/>
    <p:sldId id="736" r:id="rId42"/>
    <p:sldId id="737" r:id="rId43"/>
    <p:sldId id="738" r:id="rId44"/>
    <p:sldId id="739" r:id="rId45"/>
    <p:sldId id="740" r:id="rId46"/>
    <p:sldId id="741" r:id="rId47"/>
    <p:sldId id="742" r:id="rId48"/>
    <p:sldId id="744" r:id="rId49"/>
  </p:sldIdLst>
  <p:sldSz cx="9144000" cy="6858000" type="screen4x3"/>
  <p:notesSz cx="9872345" cy="6797675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g Gary FE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3366FF"/>
    <a:srgbClr val="3333CC"/>
    <a:srgbClr val="B83D68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5" autoAdjust="0"/>
    <p:restoredTop sz="96022" autoAdjust="0"/>
  </p:normalViewPr>
  <p:slideViewPr>
    <p:cSldViewPr showGuides="1">
      <p:cViewPr varScale="1">
        <p:scale>
          <a:sx n="122" d="100"/>
          <a:sy n="122" d="100"/>
        </p:scale>
        <p:origin x="1104" y="192"/>
      </p:cViewPr>
      <p:guideLst>
        <p:guide orient="horz" pos="2132"/>
        <p:guide pos="2880"/>
      </p:guideLst>
    </p:cSldViewPr>
  </p:slideViewPr>
  <p:outlineViewPr>
    <p:cViewPr>
      <p:scale>
        <a:sx n="33" d="100"/>
        <a:sy n="33" d="100"/>
      </p:scale>
      <p:origin x="0" y="-15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4"/>
    </p:cViewPr>
  </p:sorterViewPr>
  <p:notesViewPr>
    <p:cSldViewPr>
      <p:cViewPr varScale="1">
        <p:scale>
          <a:sx n="113" d="100"/>
          <a:sy n="113" d="100"/>
        </p:scale>
        <p:origin x="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customXml" Target="../customXml/item3.xml"/><Relationship Id="rId56" Type="http://schemas.openxmlformats.org/officeDocument/2006/relationships/customXml" Target="../customXml/item2.xml"/><Relationship Id="rId55" Type="http://schemas.openxmlformats.org/officeDocument/2006/relationships/customXml" Target="../customXml/item1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91.wmf"/><Relationship Id="rId4" Type="http://schemas.openxmlformats.org/officeDocument/2006/relationships/image" Target="../media/image90.emf"/><Relationship Id="rId3" Type="http://schemas.openxmlformats.org/officeDocument/2006/relationships/image" Target="../media/image89.e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59EF0-107E-4A2E-B630-A66A10C0651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925CF-ACD0-463E-87A5-3E3D55A96C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92224" y="0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8A134-1A06-0140-8CC9-2EB9F00F96C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7267" y="3228895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61153-D19A-D94E-9314-54176410681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683568" y="6388832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76290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76290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30 CuadroTexto"/>
          <p:cNvSpPr txBox="1">
            <a:spLocks noChangeArrowheads="1"/>
          </p:cNvSpPr>
          <p:nvPr userDrawn="1"/>
        </p:nvSpPr>
        <p:spPr bwMode="auto">
          <a:xfrm>
            <a:off x="4304506" y="6487402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2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7090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lide Number Placeholder 5"/>
          <p:cNvSpPr txBox="1"/>
          <p:nvPr userDrawn="1"/>
        </p:nvSpPr>
        <p:spPr>
          <a:xfrm>
            <a:off x="4582640" y="6478849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52</a:t>
            </a:r>
            <a:endParaRPr lang="en-US" altLang="zh-HK" dirty="0">
              <a:solidFill>
                <a:schemeClr val="bg1"/>
              </a:solidFill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3997608" y="6478849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2" name="图片 1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1811525" y="2875121"/>
            <a:ext cx="5352763" cy="834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eaVert"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83568" y="6381328"/>
            <a:ext cx="71287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27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989" y="6463368"/>
            <a:ext cx="3796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28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144" y="6463368"/>
            <a:ext cx="363537" cy="30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30 CuadroTexto"/>
          <p:cNvSpPr txBox="1">
            <a:spLocks noChangeArrowheads="1"/>
          </p:cNvSpPr>
          <p:nvPr userDrawn="1"/>
        </p:nvSpPr>
        <p:spPr bwMode="auto">
          <a:xfrm>
            <a:off x="4304506" y="6488723"/>
            <a:ext cx="3159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s-HN" altLang="en-US" sz="1200" b="1" i="1" dirty="0">
                <a:solidFill>
                  <a:srgbClr val="A6A6A6"/>
                </a:solidFill>
                <a:latin typeface="Calibri" pitchFamily="34" charset="0"/>
              </a:rPr>
              <a:t>of</a:t>
            </a:r>
            <a:endParaRPr lang="es-ES" altLang="en-US" sz="1200" b="1" i="1" dirty="0">
              <a:solidFill>
                <a:srgbClr val="A6A6A6"/>
              </a:solidFill>
              <a:latin typeface="Calibri" pitchFamily="34" charset="0"/>
            </a:endParaRPr>
          </a:p>
        </p:txBody>
      </p:sp>
      <p:pic>
        <p:nvPicPr>
          <p:cNvPr id="10" name="Imagen 27" descr="btns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9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n 28" descr="btns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581" y="6528411"/>
            <a:ext cx="215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/>
          <p:nvPr userDrawn="1"/>
        </p:nvSpPr>
        <p:spPr>
          <a:xfrm>
            <a:off x="4582640" y="6480170"/>
            <a:ext cx="360041" cy="293450"/>
          </a:xfrm>
          <a:prstGeom prst="rect">
            <a:avLst/>
          </a:prstGeom>
          <a:noFill/>
        </p:spPr>
        <p:txBody>
          <a:bodyPr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K" dirty="0">
                <a:solidFill>
                  <a:schemeClr val="bg1"/>
                </a:solidFill>
              </a:rPr>
              <a:t>32</a:t>
            </a:r>
            <a:r>
              <a:rPr lang="zh-HK" altLang="en-US" dirty="0"/>
              <a:t>           </a:t>
            </a:r>
            <a:endParaRPr lang="zh-HK" altLang="en-US" dirty="0"/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3997608" y="6480170"/>
            <a:ext cx="370398" cy="293450"/>
          </a:xfrm>
          <a:prstGeom prst="rect">
            <a:avLst/>
          </a:prstGeom>
          <a:noFill/>
        </p:spPr>
        <p:txBody>
          <a:bodyPr anchor="ctr" anchorCtr="1"/>
          <a:lstStyle>
            <a:defPPr>
              <a:defRPr lang="zh-HK"/>
            </a:defPPr>
            <a:lvl1pPr marL="0" algn="l" defTabSz="914400" rtl="0" eaLnBrk="1" latinLnBrk="0" hangingPunct="1">
              <a:defRPr sz="12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2CB72F-753C-4E0B-8FFE-1A491E9129D8}" type="slidenum">
              <a:rPr lang="zh-HK" altLang="en-US" smtClean="0">
                <a:solidFill>
                  <a:schemeClr val="bg1"/>
                </a:solidFill>
              </a:rPr>
            </a:fld>
            <a:r>
              <a:rPr lang="zh-HK" altLang="en-US" dirty="0"/>
              <a:t>            </a:t>
            </a:r>
            <a:endParaRPr lang="zh-HK" altLang="en-US" dirty="0"/>
          </a:p>
        </p:txBody>
      </p:sp>
      <p:pic>
        <p:nvPicPr>
          <p:cNvPr id="14" name="图片 13" descr="徽标&#10;&#10;描述已自动生成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3266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3533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chemeClr val="bg1"/>
                </a:solidFill>
              </a:rPr>
              <a:t>Department of Biomedical Engineering</a:t>
            </a:r>
            <a:endParaRPr lang="en-US" sz="1800" b="0" dirty="0">
              <a:solidFill>
                <a:schemeClr val="bg1"/>
              </a:solidFill>
            </a:endParaRPr>
          </a:p>
        </p:txBody>
      </p:sp>
      <p:pic>
        <p:nvPicPr>
          <p:cNvPr id="4" name="图片 3" descr="徽标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761010"/>
            <a:ext cx="1496877" cy="10764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60E6-95FC-419E-8164-FC637F8F7CB2}" type="datetimeFigureOut">
              <a:rPr lang="zh-HK" altLang="en-US" smtClean="0"/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32040" y="638132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algn="ctr"/>
            <a:fld id="{892CB72F-753C-4E0B-8FFE-1A491E9129D8}" type="slidenum">
              <a:rPr lang="zh-HK" altLang="en-US" smtClean="0"/>
            </a:fld>
            <a:endParaRPr lang="zh-HK" alt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1520" y="6237312"/>
            <a:ext cx="77768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xiangxu5-c\Desktop\CityU_logo_2015.svg.png"/>
          <p:cNvPicPr preferRelativeResize="0"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10" y="5999908"/>
            <a:ext cx="1070717" cy="72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179512" y="6309320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Biomedical Engineering</a:t>
            </a:r>
            <a:endParaRPr lang="en-GB" sz="1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8E260E6-95FC-419E-8164-FC637F8F7CB2}" type="datetimeFigureOut">
              <a:rPr lang="zh-HK" altLang="en-US" smtClean="0"/>
            </a:fld>
            <a:endParaRPr lang="zh-HK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92CB72F-753C-4E0B-8FFE-1A491E9129D8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9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image" Target="../media/image7.png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0.xml"/><Relationship Id="rId16" Type="http://schemas.openxmlformats.org/officeDocument/2006/relationships/image" Target="../media/image13.png"/><Relationship Id="rId15" Type="http://schemas.openxmlformats.org/officeDocument/2006/relationships/tags" Target="../tags/tag9.xml"/><Relationship Id="rId14" Type="http://schemas.openxmlformats.org/officeDocument/2006/relationships/image" Target="../media/image12.png"/><Relationship Id="rId13" Type="http://schemas.openxmlformats.org/officeDocument/2006/relationships/tags" Target="../tags/tag8.xml"/><Relationship Id="rId12" Type="http://schemas.openxmlformats.org/officeDocument/2006/relationships/image" Target="../media/image11.png"/><Relationship Id="rId11" Type="http://schemas.openxmlformats.org/officeDocument/2006/relationships/tags" Target="../tags/tag7.xml"/><Relationship Id="rId10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16.png"/><Relationship Id="rId7" Type="http://schemas.openxmlformats.org/officeDocument/2006/relationships/tags" Target="../tags/tag14.xml"/><Relationship Id="rId6" Type="http://schemas.openxmlformats.org/officeDocument/2006/relationships/image" Target="../media/image15.png"/><Relationship Id="rId5" Type="http://schemas.openxmlformats.org/officeDocument/2006/relationships/tags" Target="../tags/tag13.xml"/><Relationship Id="rId4" Type="http://schemas.openxmlformats.org/officeDocument/2006/relationships/image" Target="../media/image14.png"/><Relationship Id="rId3" Type="http://schemas.openxmlformats.org/officeDocument/2006/relationships/tags" Target="../tags/tag12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4.xml"/><Relationship Id="rId25" Type="http://schemas.openxmlformats.org/officeDocument/2006/relationships/image" Target="../media/image24.png"/><Relationship Id="rId24" Type="http://schemas.openxmlformats.org/officeDocument/2006/relationships/tags" Target="../tags/tag23.xml"/><Relationship Id="rId23" Type="http://schemas.openxmlformats.org/officeDocument/2006/relationships/image" Target="../media/image23.png"/><Relationship Id="rId22" Type="http://schemas.openxmlformats.org/officeDocument/2006/relationships/tags" Target="../tags/tag22.xml"/><Relationship Id="rId21" Type="http://schemas.openxmlformats.org/officeDocument/2006/relationships/image" Target="../media/image22.png"/><Relationship Id="rId20" Type="http://schemas.openxmlformats.org/officeDocument/2006/relationships/tags" Target="../tags/tag21.xml"/><Relationship Id="rId2" Type="http://schemas.openxmlformats.org/officeDocument/2006/relationships/image" Target="../media/image9.png"/><Relationship Id="rId19" Type="http://schemas.openxmlformats.org/officeDocument/2006/relationships/image" Target="../media/image21.png"/><Relationship Id="rId18" Type="http://schemas.openxmlformats.org/officeDocument/2006/relationships/tags" Target="../tags/tag20.xml"/><Relationship Id="rId17" Type="http://schemas.openxmlformats.org/officeDocument/2006/relationships/image" Target="../media/image20.png"/><Relationship Id="rId16" Type="http://schemas.openxmlformats.org/officeDocument/2006/relationships/tags" Target="../tags/tag19.xml"/><Relationship Id="rId15" Type="http://schemas.openxmlformats.org/officeDocument/2006/relationships/image" Target="../media/image19.png"/><Relationship Id="rId14" Type="http://schemas.openxmlformats.org/officeDocument/2006/relationships/tags" Target="../tags/tag18.xml"/><Relationship Id="rId13" Type="http://schemas.openxmlformats.org/officeDocument/2006/relationships/image" Target="../media/image18.png"/><Relationship Id="rId12" Type="http://schemas.openxmlformats.org/officeDocument/2006/relationships/tags" Target="../tags/tag17.xml"/><Relationship Id="rId11" Type="http://schemas.openxmlformats.org/officeDocument/2006/relationships/image" Target="../media/image17.png"/><Relationship Id="rId10" Type="http://schemas.openxmlformats.org/officeDocument/2006/relationships/tags" Target="../tags/tag16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25.png"/><Relationship Id="rId7" Type="http://schemas.openxmlformats.org/officeDocument/2006/relationships/tags" Target="../tags/tag28.xml"/><Relationship Id="rId6" Type="http://schemas.openxmlformats.org/officeDocument/2006/relationships/image" Target="../media/image16.png"/><Relationship Id="rId5" Type="http://schemas.openxmlformats.org/officeDocument/2006/relationships/tags" Target="../tags/tag27.xml"/><Relationship Id="rId4" Type="http://schemas.openxmlformats.org/officeDocument/2006/relationships/image" Target="../media/image15.png"/><Relationship Id="rId3" Type="http://schemas.openxmlformats.org/officeDocument/2006/relationships/tags" Target="../tags/tag26.xml"/><Relationship Id="rId2" Type="http://schemas.openxmlformats.org/officeDocument/2006/relationships/image" Target="../media/image9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image" Target="../media/image22.png"/><Relationship Id="rId11" Type="http://schemas.openxmlformats.org/officeDocument/2006/relationships/tags" Target="../tags/tag30.xml"/><Relationship Id="rId10" Type="http://schemas.openxmlformats.org/officeDocument/2006/relationships/image" Target="../media/image23.png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22.png"/><Relationship Id="rId7" Type="http://schemas.openxmlformats.org/officeDocument/2006/relationships/tags" Target="../tags/tag37.xml"/><Relationship Id="rId6" Type="http://schemas.openxmlformats.org/officeDocument/2006/relationships/image" Target="../media/image23.png"/><Relationship Id="rId5" Type="http://schemas.openxmlformats.org/officeDocument/2006/relationships/tags" Target="../tags/tag36.xml"/><Relationship Id="rId4" Type="http://schemas.openxmlformats.org/officeDocument/2006/relationships/image" Target="../media/image9.png"/><Relationship Id="rId3" Type="http://schemas.openxmlformats.org/officeDocument/2006/relationships/tags" Target="../tags/tag35.xml"/><Relationship Id="rId2" Type="http://schemas.openxmlformats.org/officeDocument/2006/relationships/image" Target="../media/image1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9.xml"/><Relationship Id="rId1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1.xml"/><Relationship Id="rId2" Type="http://schemas.openxmlformats.org/officeDocument/2006/relationships/image" Target="../media/image25.png"/><Relationship Id="rId1" Type="http://schemas.openxmlformats.org/officeDocument/2006/relationships/tags" Target="../tags/tag4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image" Target="../media/image28.png"/><Relationship Id="rId7" Type="http://schemas.openxmlformats.org/officeDocument/2006/relationships/tags" Target="../tags/tag45.xml"/><Relationship Id="rId6" Type="http://schemas.openxmlformats.org/officeDocument/2006/relationships/image" Target="../media/image27.png"/><Relationship Id="rId5" Type="http://schemas.openxmlformats.org/officeDocument/2006/relationships/tags" Target="../tags/tag44.xml"/><Relationship Id="rId4" Type="http://schemas.openxmlformats.org/officeDocument/2006/relationships/image" Target="../media/image26.png"/><Relationship Id="rId3" Type="http://schemas.openxmlformats.org/officeDocument/2006/relationships/tags" Target="../tags/tag43.xml"/><Relationship Id="rId2" Type="http://schemas.openxmlformats.org/officeDocument/2006/relationships/image" Target="../media/image22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7.xml"/><Relationship Id="rId10" Type="http://schemas.openxmlformats.org/officeDocument/2006/relationships/image" Target="../media/image29.png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image" Target="../media/image32.png"/><Relationship Id="rId7" Type="http://schemas.openxmlformats.org/officeDocument/2006/relationships/tags" Target="../tags/tag51.xml"/><Relationship Id="rId6" Type="http://schemas.openxmlformats.org/officeDocument/2006/relationships/image" Target="../media/image23.png"/><Relationship Id="rId5" Type="http://schemas.openxmlformats.org/officeDocument/2006/relationships/tags" Target="../tags/tag50.xml"/><Relationship Id="rId4" Type="http://schemas.openxmlformats.org/officeDocument/2006/relationships/image" Target="../media/image31.png"/><Relationship Id="rId3" Type="http://schemas.openxmlformats.org/officeDocument/2006/relationships/tags" Target="../tags/tag49.xml"/><Relationship Id="rId2" Type="http://schemas.openxmlformats.org/officeDocument/2006/relationships/image" Target="../media/image30.png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56.xml"/><Relationship Id="rId16" Type="http://schemas.openxmlformats.org/officeDocument/2006/relationships/image" Target="../media/image36.png"/><Relationship Id="rId15" Type="http://schemas.openxmlformats.org/officeDocument/2006/relationships/tags" Target="../tags/tag55.xml"/><Relationship Id="rId14" Type="http://schemas.openxmlformats.org/officeDocument/2006/relationships/image" Target="../media/image35.png"/><Relationship Id="rId13" Type="http://schemas.openxmlformats.org/officeDocument/2006/relationships/tags" Target="../tags/tag54.xml"/><Relationship Id="rId12" Type="http://schemas.openxmlformats.org/officeDocument/2006/relationships/image" Target="../media/image34.png"/><Relationship Id="rId11" Type="http://schemas.openxmlformats.org/officeDocument/2006/relationships/tags" Target="../tags/tag53.xml"/><Relationship Id="rId10" Type="http://schemas.openxmlformats.org/officeDocument/2006/relationships/image" Target="../media/image33.png"/><Relationship Id="rId1" Type="http://schemas.openxmlformats.org/officeDocument/2006/relationships/tags" Target="../tags/tag4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image" Target="../media/image39.png"/><Relationship Id="rId7" Type="http://schemas.openxmlformats.org/officeDocument/2006/relationships/tags" Target="../tags/tag60.xml"/><Relationship Id="rId6" Type="http://schemas.openxmlformats.org/officeDocument/2006/relationships/image" Target="../media/image22.png"/><Relationship Id="rId5" Type="http://schemas.openxmlformats.org/officeDocument/2006/relationships/tags" Target="../tags/tag59.xml"/><Relationship Id="rId4" Type="http://schemas.openxmlformats.org/officeDocument/2006/relationships/image" Target="../media/image38.png"/><Relationship Id="rId3" Type="http://schemas.openxmlformats.org/officeDocument/2006/relationships/tags" Target="../tags/tag58.xml"/><Relationship Id="rId2" Type="http://schemas.openxmlformats.org/officeDocument/2006/relationships/image" Target="../media/image37.pn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4.xml"/><Relationship Id="rId13" Type="http://schemas.openxmlformats.org/officeDocument/2006/relationships/image" Target="../media/image41.png"/><Relationship Id="rId12" Type="http://schemas.openxmlformats.org/officeDocument/2006/relationships/tags" Target="../tags/tag63.xml"/><Relationship Id="rId11" Type="http://schemas.openxmlformats.org/officeDocument/2006/relationships/image" Target="../media/image40.png"/><Relationship Id="rId10" Type="http://schemas.openxmlformats.org/officeDocument/2006/relationships/tags" Target="../tags/tag62.xml"/><Relationship Id="rId1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39.png"/><Relationship Id="rId7" Type="http://schemas.openxmlformats.org/officeDocument/2006/relationships/tags" Target="../tags/tag68.xml"/><Relationship Id="rId6" Type="http://schemas.openxmlformats.org/officeDocument/2006/relationships/image" Target="../media/image22.png"/><Relationship Id="rId5" Type="http://schemas.openxmlformats.org/officeDocument/2006/relationships/tags" Target="../tags/tag67.xml"/><Relationship Id="rId4" Type="http://schemas.openxmlformats.org/officeDocument/2006/relationships/image" Target="../media/image38.png"/><Relationship Id="rId3" Type="http://schemas.openxmlformats.org/officeDocument/2006/relationships/tags" Target="../tags/tag66.xml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75.xml"/><Relationship Id="rId20" Type="http://schemas.openxmlformats.org/officeDocument/2006/relationships/image" Target="../media/image47.png"/><Relationship Id="rId2" Type="http://schemas.openxmlformats.org/officeDocument/2006/relationships/image" Target="../media/image37.png"/><Relationship Id="rId19" Type="http://schemas.openxmlformats.org/officeDocument/2006/relationships/tags" Target="../tags/tag74.xml"/><Relationship Id="rId18" Type="http://schemas.openxmlformats.org/officeDocument/2006/relationships/image" Target="../media/image46.png"/><Relationship Id="rId17" Type="http://schemas.openxmlformats.org/officeDocument/2006/relationships/tags" Target="../tags/tag73.xml"/><Relationship Id="rId16" Type="http://schemas.openxmlformats.org/officeDocument/2006/relationships/image" Target="../media/image45.png"/><Relationship Id="rId15" Type="http://schemas.openxmlformats.org/officeDocument/2006/relationships/tags" Target="../tags/tag72.xml"/><Relationship Id="rId14" Type="http://schemas.openxmlformats.org/officeDocument/2006/relationships/image" Target="../media/image44.png"/><Relationship Id="rId13" Type="http://schemas.openxmlformats.org/officeDocument/2006/relationships/tags" Target="../tags/tag71.xml"/><Relationship Id="rId12" Type="http://schemas.openxmlformats.org/officeDocument/2006/relationships/image" Target="../media/image43.png"/><Relationship Id="rId11" Type="http://schemas.openxmlformats.org/officeDocument/2006/relationships/tags" Target="../tags/tag70.xml"/><Relationship Id="rId10" Type="http://schemas.openxmlformats.org/officeDocument/2006/relationships/image" Target="../media/image42.png"/><Relationship Id="rId1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39.png"/><Relationship Id="rId7" Type="http://schemas.openxmlformats.org/officeDocument/2006/relationships/tags" Target="../tags/tag79.xml"/><Relationship Id="rId6" Type="http://schemas.openxmlformats.org/officeDocument/2006/relationships/image" Target="../media/image22.png"/><Relationship Id="rId5" Type="http://schemas.openxmlformats.org/officeDocument/2006/relationships/tags" Target="../tags/tag78.xml"/><Relationship Id="rId4" Type="http://schemas.openxmlformats.org/officeDocument/2006/relationships/image" Target="../media/image38.png"/><Relationship Id="rId3" Type="http://schemas.openxmlformats.org/officeDocument/2006/relationships/tags" Target="../tags/tag77.xml"/><Relationship Id="rId20" Type="http://schemas.openxmlformats.org/officeDocument/2006/relationships/notesSlide" Target="../notesSlides/notesSlide13.xml"/><Relationship Id="rId2" Type="http://schemas.openxmlformats.org/officeDocument/2006/relationships/image" Target="../media/image37.png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5.xml"/><Relationship Id="rId17" Type="http://schemas.openxmlformats.org/officeDocument/2006/relationships/image" Target="../media/image51.png"/><Relationship Id="rId16" Type="http://schemas.openxmlformats.org/officeDocument/2006/relationships/tags" Target="../tags/tag84.xml"/><Relationship Id="rId15" Type="http://schemas.openxmlformats.org/officeDocument/2006/relationships/image" Target="../media/image50.png"/><Relationship Id="rId14" Type="http://schemas.openxmlformats.org/officeDocument/2006/relationships/tags" Target="../tags/tag83.xml"/><Relationship Id="rId13" Type="http://schemas.openxmlformats.org/officeDocument/2006/relationships/image" Target="../media/image49.png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image" Target="../media/image48.png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image" Target="../media/image53.png"/><Relationship Id="rId7" Type="http://schemas.openxmlformats.org/officeDocument/2006/relationships/tags" Target="../tags/tag89.xml"/><Relationship Id="rId6" Type="http://schemas.openxmlformats.org/officeDocument/2006/relationships/image" Target="../media/image52.png"/><Relationship Id="rId5" Type="http://schemas.openxmlformats.org/officeDocument/2006/relationships/tags" Target="../tags/tag88.xml"/><Relationship Id="rId4" Type="http://schemas.openxmlformats.org/officeDocument/2006/relationships/image" Target="../media/image22.png"/><Relationship Id="rId3" Type="http://schemas.openxmlformats.org/officeDocument/2006/relationships/tags" Target="../tags/tag87.xml"/><Relationship Id="rId2" Type="http://schemas.openxmlformats.org/officeDocument/2006/relationships/image" Target="../media/image38.pn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92.xml"/><Relationship Id="rId12" Type="http://schemas.openxmlformats.org/officeDocument/2006/relationships/image" Target="../media/image54.png"/><Relationship Id="rId11" Type="http://schemas.openxmlformats.org/officeDocument/2006/relationships/tags" Target="../tags/tag91.xml"/><Relationship Id="rId10" Type="http://schemas.openxmlformats.org/officeDocument/2006/relationships/image" Target="../media/image41.png"/><Relationship Id="rId1" Type="http://schemas.openxmlformats.org/officeDocument/2006/relationships/tags" Target="../tags/tag8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53.png"/><Relationship Id="rId7" Type="http://schemas.openxmlformats.org/officeDocument/2006/relationships/tags" Target="../tags/tag96.xml"/><Relationship Id="rId6" Type="http://schemas.openxmlformats.org/officeDocument/2006/relationships/image" Target="../media/image52.png"/><Relationship Id="rId5" Type="http://schemas.openxmlformats.org/officeDocument/2006/relationships/tags" Target="../tags/tag95.xml"/><Relationship Id="rId4" Type="http://schemas.openxmlformats.org/officeDocument/2006/relationships/image" Target="../media/image22.png"/><Relationship Id="rId3" Type="http://schemas.openxmlformats.org/officeDocument/2006/relationships/tags" Target="../tags/tag94.xml"/><Relationship Id="rId23" Type="http://schemas.openxmlformats.org/officeDocument/2006/relationships/notesSlide" Target="../notesSlides/notesSlide15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03.xml"/><Relationship Id="rId20" Type="http://schemas.openxmlformats.org/officeDocument/2006/relationships/image" Target="../media/image60.png"/><Relationship Id="rId2" Type="http://schemas.openxmlformats.org/officeDocument/2006/relationships/image" Target="../media/image38.png"/><Relationship Id="rId19" Type="http://schemas.openxmlformats.org/officeDocument/2006/relationships/tags" Target="../tags/tag102.xml"/><Relationship Id="rId18" Type="http://schemas.openxmlformats.org/officeDocument/2006/relationships/image" Target="../media/image59.png"/><Relationship Id="rId17" Type="http://schemas.openxmlformats.org/officeDocument/2006/relationships/tags" Target="../tags/tag101.xml"/><Relationship Id="rId16" Type="http://schemas.openxmlformats.org/officeDocument/2006/relationships/image" Target="../media/image58.png"/><Relationship Id="rId15" Type="http://schemas.openxmlformats.org/officeDocument/2006/relationships/tags" Target="../tags/tag100.xml"/><Relationship Id="rId14" Type="http://schemas.openxmlformats.org/officeDocument/2006/relationships/image" Target="../media/image57.png"/><Relationship Id="rId13" Type="http://schemas.openxmlformats.org/officeDocument/2006/relationships/tags" Target="../tags/tag99.xml"/><Relationship Id="rId12" Type="http://schemas.openxmlformats.org/officeDocument/2006/relationships/image" Target="../media/image56.png"/><Relationship Id="rId11" Type="http://schemas.openxmlformats.org/officeDocument/2006/relationships/tags" Target="../tags/tag98.xml"/><Relationship Id="rId10" Type="http://schemas.openxmlformats.org/officeDocument/2006/relationships/image" Target="../media/image55.png"/><Relationship Id="rId1" Type="http://schemas.openxmlformats.org/officeDocument/2006/relationships/tags" Target="../tags/tag9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../media/image53.png"/><Relationship Id="rId7" Type="http://schemas.openxmlformats.org/officeDocument/2006/relationships/tags" Target="../tags/tag107.xml"/><Relationship Id="rId6" Type="http://schemas.openxmlformats.org/officeDocument/2006/relationships/image" Target="../media/image52.png"/><Relationship Id="rId5" Type="http://schemas.openxmlformats.org/officeDocument/2006/relationships/tags" Target="../tags/tag106.xml"/><Relationship Id="rId4" Type="http://schemas.openxmlformats.org/officeDocument/2006/relationships/image" Target="../media/image22.png"/><Relationship Id="rId3" Type="http://schemas.openxmlformats.org/officeDocument/2006/relationships/tags" Target="../tags/tag105.xml"/><Relationship Id="rId21" Type="http://schemas.openxmlformats.org/officeDocument/2006/relationships/notesSlide" Target="../notesSlides/notesSlide16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9" Type="http://schemas.openxmlformats.org/officeDocument/2006/relationships/tags" Target="../tags/tag113.xml"/><Relationship Id="rId18" Type="http://schemas.openxmlformats.org/officeDocument/2006/relationships/image" Target="../media/image65.png"/><Relationship Id="rId17" Type="http://schemas.openxmlformats.org/officeDocument/2006/relationships/tags" Target="../tags/tag112.xml"/><Relationship Id="rId16" Type="http://schemas.openxmlformats.org/officeDocument/2006/relationships/image" Target="../media/image64.png"/><Relationship Id="rId15" Type="http://schemas.openxmlformats.org/officeDocument/2006/relationships/tags" Target="../tags/tag111.xml"/><Relationship Id="rId14" Type="http://schemas.openxmlformats.org/officeDocument/2006/relationships/image" Target="../media/image63.png"/><Relationship Id="rId13" Type="http://schemas.openxmlformats.org/officeDocument/2006/relationships/tags" Target="../tags/tag110.xml"/><Relationship Id="rId12" Type="http://schemas.openxmlformats.org/officeDocument/2006/relationships/image" Target="../media/image62.png"/><Relationship Id="rId11" Type="http://schemas.openxmlformats.org/officeDocument/2006/relationships/tags" Target="../tags/tag109.xml"/><Relationship Id="rId10" Type="http://schemas.openxmlformats.org/officeDocument/2006/relationships/image" Target="../media/image61.png"/><Relationship Id="rId1" Type="http://schemas.openxmlformats.org/officeDocument/2006/relationships/tags" Target="../tags/tag10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image" Target="../media/image69.png"/><Relationship Id="rId7" Type="http://schemas.openxmlformats.org/officeDocument/2006/relationships/tags" Target="../tags/tag118.xml"/><Relationship Id="rId6" Type="http://schemas.openxmlformats.org/officeDocument/2006/relationships/image" Target="../media/image68.png"/><Relationship Id="rId5" Type="http://schemas.openxmlformats.org/officeDocument/2006/relationships/tags" Target="../tags/tag117.xml"/><Relationship Id="rId4" Type="http://schemas.openxmlformats.org/officeDocument/2006/relationships/image" Target="../media/image67.png"/><Relationship Id="rId3" Type="http://schemas.openxmlformats.org/officeDocument/2006/relationships/tags" Target="../tags/tag116.xml"/><Relationship Id="rId2" Type="http://schemas.openxmlformats.org/officeDocument/2006/relationships/image" Target="../media/image66.pn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image" Target="../media/image72.png"/><Relationship Id="rId7" Type="http://schemas.openxmlformats.org/officeDocument/2006/relationships/tags" Target="../tags/tag123.xml"/><Relationship Id="rId6" Type="http://schemas.openxmlformats.org/officeDocument/2006/relationships/image" Target="../media/image67.png"/><Relationship Id="rId5" Type="http://schemas.openxmlformats.org/officeDocument/2006/relationships/tags" Target="../tags/tag122.xml"/><Relationship Id="rId4" Type="http://schemas.openxmlformats.org/officeDocument/2006/relationships/image" Target="../media/image71.png"/><Relationship Id="rId3" Type="http://schemas.openxmlformats.org/officeDocument/2006/relationships/tags" Target="../tags/tag121.xml"/><Relationship Id="rId22" Type="http://schemas.openxmlformats.org/officeDocument/2006/relationships/notesSlide" Target="../notesSlides/notesSlide20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30.xml"/><Relationship Id="rId2" Type="http://schemas.openxmlformats.org/officeDocument/2006/relationships/image" Target="../media/image70.png"/><Relationship Id="rId19" Type="http://schemas.openxmlformats.org/officeDocument/2006/relationships/tags" Target="../tags/tag129.xml"/><Relationship Id="rId18" Type="http://schemas.openxmlformats.org/officeDocument/2006/relationships/image" Target="../media/image77.png"/><Relationship Id="rId17" Type="http://schemas.openxmlformats.org/officeDocument/2006/relationships/tags" Target="../tags/tag128.xml"/><Relationship Id="rId16" Type="http://schemas.openxmlformats.org/officeDocument/2006/relationships/image" Target="../media/image76.png"/><Relationship Id="rId15" Type="http://schemas.openxmlformats.org/officeDocument/2006/relationships/tags" Target="../tags/tag127.xml"/><Relationship Id="rId14" Type="http://schemas.openxmlformats.org/officeDocument/2006/relationships/image" Target="../media/image75.png"/><Relationship Id="rId13" Type="http://schemas.openxmlformats.org/officeDocument/2006/relationships/tags" Target="../tags/tag126.xml"/><Relationship Id="rId12" Type="http://schemas.openxmlformats.org/officeDocument/2006/relationships/image" Target="../media/image74.png"/><Relationship Id="rId11" Type="http://schemas.openxmlformats.org/officeDocument/2006/relationships/tags" Target="../tags/tag125.xml"/><Relationship Id="rId10" Type="http://schemas.openxmlformats.org/officeDocument/2006/relationships/image" Target="../media/image73.png"/><Relationship Id="rId1" Type="http://schemas.openxmlformats.org/officeDocument/2006/relationships/tags" Target="../tags/tag12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image" Target="../media/image81.png"/><Relationship Id="rId7" Type="http://schemas.openxmlformats.org/officeDocument/2006/relationships/tags" Target="../tags/tag134.xml"/><Relationship Id="rId6" Type="http://schemas.openxmlformats.org/officeDocument/2006/relationships/image" Target="../media/image80.png"/><Relationship Id="rId5" Type="http://schemas.openxmlformats.org/officeDocument/2006/relationships/tags" Target="../tags/tag133.xml"/><Relationship Id="rId4" Type="http://schemas.openxmlformats.org/officeDocument/2006/relationships/image" Target="../media/image79.png"/><Relationship Id="rId3" Type="http://schemas.openxmlformats.org/officeDocument/2006/relationships/tags" Target="../tags/tag132.xml"/><Relationship Id="rId2" Type="http://schemas.openxmlformats.org/officeDocument/2006/relationships/image" Target="../media/image78.png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37.xml"/><Relationship Id="rId12" Type="http://schemas.openxmlformats.org/officeDocument/2006/relationships/image" Target="../media/image83.png"/><Relationship Id="rId11" Type="http://schemas.openxmlformats.org/officeDocument/2006/relationships/tags" Target="../tags/tag136.xml"/><Relationship Id="rId10" Type="http://schemas.openxmlformats.org/officeDocument/2006/relationships/image" Target="../media/image82.png"/><Relationship Id="rId1" Type="http://schemas.openxmlformats.org/officeDocument/2006/relationships/tags" Target="../tags/tag13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wmf"/><Relationship Id="rId8" Type="http://schemas.openxmlformats.org/officeDocument/2006/relationships/oleObject" Target="../embeddings/oleObject2.bin"/><Relationship Id="rId7" Type="http://schemas.openxmlformats.org/officeDocument/2006/relationships/image" Target="../media/image87.w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tags" Target="../tags/tag139.xml"/><Relationship Id="rId2" Type="http://schemas.openxmlformats.org/officeDocument/2006/relationships/image" Target="../media/image84.png"/><Relationship Id="rId19" Type="http://schemas.openxmlformats.org/officeDocument/2006/relationships/notesSlide" Target="../notesSlides/notesSlide22.xml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40.xml"/><Relationship Id="rId15" Type="http://schemas.openxmlformats.org/officeDocument/2006/relationships/image" Target="../media/image91.wmf"/><Relationship Id="rId14" Type="http://schemas.openxmlformats.org/officeDocument/2006/relationships/oleObject" Target="../embeddings/oleObject5.bin"/><Relationship Id="rId13" Type="http://schemas.openxmlformats.org/officeDocument/2006/relationships/image" Target="../media/image90.emf"/><Relationship Id="rId12" Type="http://schemas.openxmlformats.org/officeDocument/2006/relationships/oleObject" Target="../embeddings/oleObject4.bin"/><Relationship Id="rId11" Type="http://schemas.openxmlformats.org/officeDocument/2006/relationships/image" Target="../media/image89.emf"/><Relationship Id="rId10" Type="http://schemas.openxmlformats.org/officeDocument/2006/relationships/oleObject" Target="../embeddings/oleObject3.bin"/><Relationship Id="rId1" Type="http://schemas.openxmlformats.org/officeDocument/2006/relationships/tags" Target="../tags/tag13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image" Target="../media/image95.png"/><Relationship Id="rId7" Type="http://schemas.openxmlformats.org/officeDocument/2006/relationships/tags" Target="../tags/tag144.xml"/><Relationship Id="rId6" Type="http://schemas.openxmlformats.org/officeDocument/2006/relationships/image" Target="../media/image94.png"/><Relationship Id="rId5" Type="http://schemas.openxmlformats.org/officeDocument/2006/relationships/tags" Target="../tags/tag143.xml"/><Relationship Id="rId4" Type="http://schemas.openxmlformats.org/officeDocument/2006/relationships/image" Target="../media/image93.png"/><Relationship Id="rId3" Type="http://schemas.openxmlformats.org/officeDocument/2006/relationships/tags" Target="../tags/tag142.xml"/><Relationship Id="rId21" Type="http://schemas.openxmlformats.org/officeDocument/2006/relationships/notesSlide" Target="../notesSlides/notesSlide23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9" Type="http://schemas.openxmlformats.org/officeDocument/2006/relationships/tags" Target="../tags/tag151.xml"/><Relationship Id="rId18" Type="http://schemas.openxmlformats.org/officeDocument/2006/relationships/image" Target="../media/image99.png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image" Target="../media/image98.png"/><Relationship Id="rId14" Type="http://schemas.openxmlformats.org/officeDocument/2006/relationships/tags" Target="../tags/tag148.xml"/><Relationship Id="rId13" Type="http://schemas.openxmlformats.org/officeDocument/2006/relationships/image" Target="../media/image97.png"/><Relationship Id="rId12" Type="http://schemas.openxmlformats.org/officeDocument/2006/relationships/tags" Target="../tags/tag147.xml"/><Relationship Id="rId11" Type="http://schemas.openxmlformats.org/officeDocument/2006/relationships/image" Target="../media/image96.png"/><Relationship Id="rId10" Type="http://schemas.openxmlformats.org/officeDocument/2006/relationships/tags" Target="../tags/tag146.xml"/><Relationship Id="rId1" Type="http://schemas.openxmlformats.org/officeDocument/2006/relationships/tags" Target="../tags/tag14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image" Target="../media/image103.png"/><Relationship Id="rId7" Type="http://schemas.openxmlformats.org/officeDocument/2006/relationships/tags" Target="../tags/tag155.xml"/><Relationship Id="rId6" Type="http://schemas.openxmlformats.org/officeDocument/2006/relationships/image" Target="../media/image102.png"/><Relationship Id="rId5" Type="http://schemas.openxmlformats.org/officeDocument/2006/relationships/tags" Target="../tags/tag154.xml"/><Relationship Id="rId4" Type="http://schemas.openxmlformats.org/officeDocument/2006/relationships/image" Target="../media/image101.png"/><Relationship Id="rId3" Type="http://schemas.openxmlformats.org/officeDocument/2006/relationships/tags" Target="../tags/tag153.xml"/><Relationship Id="rId20" Type="http://schemas.openxmlformats.org/officeDocument/2006/relationships/notesSlide" Target="../notesSlides/notesSlide24.xml"/><Relationship Id="rId2" Type="http://schemas.openxmlformats.org/officeDocument/2006/relationships/image" Target="../media/image100.png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61.xml"/><Relationship Id="rId17" Type="http://schemas.openxmlformats.org/officeDocument/2006/relationships/image" Target="../media/image107.png"/><Relationship Id="rId16" Type="http://schemas.openxmlformats.org/officeDocument/2006/relationships/tags" Target="../tags/tag160.xml"/><Relationship Id="rId15" Type="http://schemas.openxmlformats.org/officeDocument/2006/relationships/image" Target="../media/image106.png"/><Relationship Id="rId14" Type="http://schemas.openxmlformats.org/officeDocument/2006/relationships/tags" Target="../tags/tag159.xml"/><Relationship Id="rId13" Type="http://schemas.openxmlformats.org/officeDocument/2006/relationships/image" Target="../media/image105.png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image" Target="../media/image104.png"/><Relationship Id="rId1" Type="http://schemas.openxmlformats.org/officeDocument/2006/relationships/tags" Target="../tags/tag15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65.xml"/><Relationship Id="rId6" Type="http://schemas.openxmlformats.org/officeDocument/2006/relationships/image" Target="../media/image109.png"/><Relationship Id="rId5" Type="http://schemas.openxmlformats.org/officeDocument/2006/relationships/tags" Target="../tags/tag164.xml"/><Relationship Id="rId4" Type="http://schemas.openxmlformats.org/officeDocument/2006/relationships/image" Target="../media/image76.png"/><Relationship Id="rId3" Type="http://schemas.openxmlformats.org/officeDocument/2006/relationships/tags" Target="../tags/tag163.xml"/><Relationship Id="rId2" Type="http://schemas.openxmlformats.org/officeDocument/2006/relationships/image" Target="../media/image108.png"/><Relationship Id="rId1" Type="http://schemas.openxmlformats.org/officeDocument/2006/relationships/tags" Target="../tags/tag16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8.xml"/><Relationship Id="rId5" Type="http://schemas.openxmlformats.org/officeDocument/2006/relationships/image" Target="../media/image112.jpeg"/><Relationship Id="rId4" Type="http://schemas.openxmlformats.org/officeDocument/2006/relationships/image" Target="../media/image111.png"/><Relationship Id="rId3" Type="http://schemas.openxmlformats.org/officeDocument/2006/relationships/tags" Target="../tags/tag167.xml"/><Relationship Id="rId2" Type="http://schemas.openxmlformats.org/officeDocument/2006/relationships/image" Target="../media/image110.png"/><Relationship Id="rId1" Type="http://schemas.openxmlformats.org/officeDocument/2006/relationships/tags" Target="../tags/tag16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6.png"/><Relationship Id="rId7" Type="http://schemas.openxmlformats.org/officeDocument/2006/relationships/tags" Target="../tags/tag172.xml"/><Relationship Id="rId6" Type="http://schemas.openxmlformats.org/officeDocument/2006/relationships/image" Target="../media/image115.png"/><Relationship Id="rId5" Type="http://schemas.openxmlformats.org/officeDocument/2006/relationships/tags" Target="../tags/tag171.xml"/><Relationship Id="rId4" Type="http://schemas.openxmlformats.org/officeDocument/2006/relationships/image" Target="../media/image114.png"/><Relationship Id="rId3" Type="http://schemas.openxmlformats.org/officeDocument/2006/relationships/tags" Target="../tags/tag170.xml"/><Relationship Id="rId2" Type="http://schemas.openxmlformats.org/officeDocument/2006/relationships/image" Target="../media/image113.png"/><Relationship Id="rId11" Type="http://schemas.openxmlformats.org/officeDocument/2006/relationships/notesSlide" Target="../notesSlides/notesSlide2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5.xml"/><Relationship Id="rId2" Type="http://schemas.openxmlformats.org/officeDocument/2006/relationships/image" Target="../media/image117.png"/><Relationship Id="rId1" Type="http://schemas.openxmlformats.org/officeDocument/2006/relationships/tags" Target="../tags/tag17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image" Target="../media/image121.png"/><Relationship Id="rId7" Type="http://schemas.openxmlformats.org/officeDocument/2006/relationships/tags" Target="../tags/tag179.xml"/><Relationship Id="rId6" Type="http://schemas.openxmlformats.org/officeDocument/2006/relationships/image" Target="../media/image120.png"/><Relationship Id="rId5" Type="http://schemas.openxmlformats.org/officeDocument/2006/relationships/tags" Target="../tags/tag178.xml"/><Relationship Id="rId4" Type="http://schemas.openxmlformats.org/officeDocument/2006/relationships/image" Target="../media/image119.png"/><Relationship Id="rId3" Type="http://schemas.openxmlformats.org/officeDocument/2006/relationships/tags" Target="../tags/tag177.xml"/><Relationship Id="rId2" Type="http://schemas.openxmlformats.org/officeDocument/2006/relationships/image" Target="../media/image118.png"/><Relationship Id="rId15" Type="http://schemas.openxmlformats.org/officeDocument/2006/relationships/notesSlide" Target="../notesSlides/notesSlide2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82.xml"/><Relationship Id="rId12" Type="http://schemas.openxmlformats.org/officeDocument/2006/relationships/image" Target="../media/image123.png"/><Relationship Id="rId11" Type="http://schemas.openxmlformats.org/officeDocument/2006/relationships/tags" Target="../tags/tag181.xml"/><Relationship Id="rId10" Type="http://schemas.openxmlformats.org/officeDocument/2006/relationships/image" Target="../media/image122.png"/><Relationship Id="rId1" Type="http://schemas.openxmlformats.org/officeDocument/2006/relationships/tags" Target="../tags/tag176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27.png"/><Relationship Id="rId7" Type="http://schemas.openxmlformats.org/officeDocument/2006/relationships/tags" Target="../tags/tag186.xml"/><Relationship Id="rId6" Type="http://schemas.openxmlformats.org/officeDocument/2006/relationships/image" Target="../media/image126.png"/><Relationship Id="rId5" Type="http://schemas.openxmlformats.org/officeDocument/2006/relationships/tags" Target="../tags/tag185.xml"/><Relationship Id="rId4" Type="http://schemas.openxmlformats.org/officeDocument/2006/relationships/image" Target="../media/image125.png"/><Relationship Id="rId3" Type="http://schemas.openxmlformats.org/officeDocument/2006/relationships/tags" Target="../tags/tag184.xml"/><Relationship Id="rId2" Type="http://schemas.openxmlformats.org/officeDocument/2006/relationships/image" Target="../media/image124.png"/><Relationship Id="rId15" Type="http://schemas.openxmlformats.org/officeDocument/2006/relationships/notesSlide" Target="../notesSlides/notesSlide3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89.xml"/><Relationship Id="rId12" Type="http://schemas.openxmlformats.org/officeDocument/2006/relationships/image" Target="../media/image129.png"/><Relationship Id="rId11" Type="http://schemas.openxmlformats.org/officeDocument/2006/relationships/tags" Target="../tags/tag188.xml"/><Relationship Id="rId10" Type="http://schemas.openxmlformats.org/officeDocument/2006/relationships/image" Target="../media/image128.png"/><Relationship Id="rId1" Type="http://schemas.openxmlformats.org/officeDocument/2006/relationships/tags" Target="../tags/tag183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31.png"/><Relationship Id="rId3" Type="http://schemas.openxmlformats.org/officeDocument/2006/relationships/tags" Target="../tags/tag191.xml"/><Relationship Id="rId2" Type="http://schemas.openxmlformats.org/officeDocument/2006/relationships/image" Target="../media/image130.png"/><Relationship Id="rId18" Type="http://schemas.openxmlformats.org/officeDocument/2006/relationships/notesSlide" Target="../notesSlides/notesSlide31.xml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94.xml"/><Relationship Id="rId14" Type="http://schemas.openxmlformats.org/officeDocument/2006/relationships/image" Target="../media/image136.png"/><Relationship Id="rId13" Type="http://schemas.openxmlformats.org/officeDocument/2006/relationships/tags" Target="../tags/tag193.xml"/><Relationship Id="rId12" Type="http://schemas.openxmlformats.org/officeDocument/2006/relationships/image" Target="../media/image135.png"/><Relationship Id="rId11" Type="http://schemas.openxmlformats.org/officeDocument/2006/relationships/tags" Target="../tags/tag192.xml"/><Relationship Id="rId10" Type="http://schemas.openxmlformats.org/officeDocument/2006/relationships/image" Target="../media/image134.wmf"/><Relationship Id="rId1" Type="http://schemas.openxmlformats.org/officeDocument/2006/relationships/tags" Target="../tags/tag19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image" Target="../media/image139.png"/><Relationship Id="rId7" Type="http://schemas.openxmlformats.org/officeDocument/2006/relationships/tags" Target="../tags/tag198.xml"/><Relationship Id="rId6" Type="http://schemas.openxmlformats.org/officeDocument/2006/relationships/image" Target="../media/image138.png"/><Relationship Id="rId5" Type="http://schemas.openxmlformats.org/officeDocument/2006/relationships/tags" Target="../tags/tag197.xml"/><Relationship Id="rId4" Type="http://schemas.openxmlformats.org/officeDocument/2006/relationships/image" Target="../media/image137.png"/><Relationship Id="rId3" Type="http://schemas.openxmlformats.org/officeDocument/2006/relationships/tags" Target="../tags/tag196.xml"/><Relationship Id="rId2" Type="http://schemas.openxmlformats.org/officeDocument/2006/relationships/image" Target="../media/image70.png"/><Relationship Id="rId17" Type="http://schemas.openxmlformats.org/officeDocument/2006/relationships/notesSlide" Target="../notesSlides/notesSlide33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02.xml"/><Relationship Id="rId14" Type="http://schemas.openxmlformats.org/officeDocument/2006/relationships/image" Target="../media/image141.png"/><Relationship Id="rId13" Type="http://schemas.openxmlformats.org/officeDocument/2006/relationships/tags" Target="../tags/tag201.xml"/><Relationship Id="rId12" Type="http://schemas.openxmlformats.org/officeDocument/2006/relationships/image" Target="../media/image140.png"/><Relationship Id="rId11" Type="http://schemas.openxmlformats.org/officeDocument/2006/relationships/tags" Target="../tags/tag200.xml"/><Relationship Id="rId10" Type="http://schemas.openxmlformats.org/officeDocument/2006/relationships/image" Target="../media/image108.png"/><Relationship Id="rId1" Type="http://schemas.openxmlformats.org/officeDocument/2006/relationships/tags" Target="../tags/tag195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image" Target="../media/image144.png"/><Relationship Id="rId7" Type="http://schemas.openxmlformats.org/officeDocument/2006/relationships/tags" Target="../tags/tag206.xml"/><Relationship Id="rId6" Type="http://schemas.openxmlformats.org/officeDocument/2006/relationships/image" Target="../media/image143.png"/><Relationship Id="rId5" Type="http://schemas.openxmlformats.org/officeDocument/2006/relationships/tags" Target="../tags/tag205.xml"/><Relationship Id="rId4" Type="http://schemas.openxmlformats.org/officeDocument/2006/relationships/image" Target="../media/image140.png"/><Relationship Id="rId3" Type="http://schemas.openxmlformats.org/officeDocument/2006/relationships/tags" Target="../tags/tag204.xml"/><Relationship Id="rId2" Type="http://schemas.openxmlformats.org/officeDocument/2006/relationships/image" Target="../media/image142.png"/><Relationship Id="rId15" Type="http://schemas.openxmlformats.org/officeDocument/2006/relationships/notesSlide" Target="../notesSlides/notesSlide3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10.xml"/><Relationship Id="rId12" Type="http://schemas.openxmlformats.org/officeDocument/2006/relationships/image" Target="../media/image145.png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203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image" Target="../media/image147.png"/><Relationship Id="rId7" Type="http://schemas.openxmlformats.org/officeDocument/2006/relationships/tags" Target="../tags/tag214.xml"/><Relationship Id="rId6" Type="http://schemas.openxmlformats.org/officeDocument/2006/relationships/image" Target="../media/image143.png"/><Relationship Id="rId5" Type="http://schemas.openxmlformats.org/officeDocument/2006/relationships/tags" Target="../tags/tag213.xml"/><Relationship Id="rId4" Type="http://schemas.openxmlformats.org/officeDocument/2006/relationships/image" Target="../media/image140.png"/><Relationship Id="rId3" Type="http://schemas.openxmlformats.org/officeDocument/2006/relationships/tags" Target="../tags/tag212.xml"/><Relationship Id="rId2" Type="http://schemas.openxmlformats.org/officeDocument/2006/relationships/image" Target="../media/image146.png"/><Relationship Id="rId14" Type="http://schemas.openxmlformats.org/officeDocument/2006/relationships/notesSlide" Target="../notesSlides/notesSlide35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17.xml"/><Relationship Id="rId11" Type="http://schemas.openxmlformats.org/officeDocument/2006/relationships/image" Target="../media/image148.png"/><Relationship Id="rId10" Type="http://schemas.openxmlformats.org/officeDocument/2006/relationships/tags" Target="../tags/tag216.xml"/><Relationship Id="rId1" Type="http://schemas.openxmlformats.org/officeDocument/2006/relationships/tags" Target="../tags/tag21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image" Target="../media/image152.png"/><Relationship Id="rId7" Type="http://schemas.openxmlformats.org/officeDocument/2006/relationships/tags" Target="../tags/tag221.xml"/><Relationship Id="rId6" Type="http://schemas.openxmlformats.org/officeDocument/2006/relationships/image" Target="../media/image151.png"/><Relationship Id="rId5" Type="http://schemas.openxmlformats.org/officeDocument/2006/relationships/tags" Target="../tags/tag220.xml"/><Relationship Id="rId4" Type="http://schemas.openxmlformats.org/officeDocument/2006/relationships/image" Target="../media/image150.png"/><Relationship Id="rId3" Type="http://schemas.openxmlformats.org/officeDocument/2006/relationships/tags" Target="../tags/tag219.xml"/><Relationship Id="rId2" Type="http://schemas.openxmlformats.org/officeDocument/2006/relationships/image" Target="../media/image149.png"/><Relationship Id="rId15" Type="http://schemas.openxmlformats.org/officeDocument/2006/relationships/notesSlide" Target="../notesSlides/notesSlide3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24.xml"/><Relationship Id="rId12" Type="http://schemas.openxmlformats.org/officeDocument/2006/relationships/image" Target="../media/image154.png"/><Relationship Id="rId11" Type="http://schemas.openxmlformats.org/officeDocument/2006/relationships/tags" Target="../tags/tag223.xml"/><Relationship Id="rId10" Type="http://schemas.openxmlformats.org/officeDocument/2006/relationships/image" Target="../media/image153.png"/><Relationship Id="rId1" Type="http://schemas.openxmlformats.org/officeDocument/2006/relationships/tags" Target="../tags/tag21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image" Target="../media/image158.png"/><Relationship Id="rId7" Type="http://schemas.openxmlformats.org/officeDocument/2006/relationships/tags" Target="../tags/tag228.xml"/><Relationship Id="rId6" Type="http://schemas.openxmlformats.org/officeDocument/2006/relationships/image" Target="../media/image157.png"/><Relationship Id="rId5" Type="http://schemas.openxmlformats.org/officeDocument/2006/relationships/tags" Target="../tags/tag227.xml"/><Relationship Id="rId4" Type="http://schemas.openxmlformats.org/officeDocument/2006/relationships/image" Target="../media/image156.png"/><Relationship Id="rId3" Type="http://schemas.openxmlformats.org/officeDocument/2006/relationships/tags" Target="../tags/tag226.xml"/><Relationship Id="rId2" Type="http://schemas.openxmlformats.org/officeDocument/2006/relationships/image" Target="../media/image155.png"/><Relationship Id="rId11" Type="http://schemas.openxmlformats.org/officeDocument/2006/relationships/notesSlide" Target="../notesSlides/notesSlide3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2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33.xml"/><Relationship Id="rId6" Type="http://schemas.openxmlformats.org/officeDocument/2006/relationships/image" Target="../media/image161.png"/><Relationship Id="rId5" Type="http://schemas.openxmlformats.org/officeDocument/2006/relationships/tags" Target="../tags/tag232.xml"/><Relationship Id="rId4" Type="http://schemas.openxmlformats.org/officeDocument/2006/relationships/image" Target="../media/image160.png"/><Relationship Id="rId3" Type="http://schemas.openxmlformats.org/officeDocument/2006/relationships/tags" Target="../tags/tag231.xml"/><Relationship Id="rId2" Type="http://schemas.openxmlformats.org/officeDocument/2006/relationships/image" Target="../media/image159.png"/><Relationship Id="rId1" Type="http://schemas.openxmlformats.org/officeDocument/2006/relationships/tags" Target="../tags/tag230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image" Target="../media/image165.png"/><Relationship Id="rId7" Type="http://schemas.openxmlformats.org/officeDocument/2006/relationships/tags" Target="../tags/tag237.xml"/><Relationship Id="rId6" Type="http://schemas.openxmlformats.org/officeDocument/2006/relationships/image" Target="../media/image164.png"/><Relationship Id="rId5" Type="http://schemas.openxmlformats.org/officeDocument/2006/relationships/tags" Target="../tags/tag236.xml"/><Relationship Id="rId4" Type="http://schemas.openxmlformats.org/officeDocument/2006/relationships/image" Target="../media/image163.png"/><Relationship Id="rId3" Type="http://schemas.openxmlformats.org/officeDocument/2006/relationships/tags" Target="../tags/tag235.xml"/><Relationship Id="rId2" Type="http://schemas.openxmlformats.org/officeDocument/2006/relationships/image" Target="../media/image162.png"/><Relationship Id="rId11" Type="http://schemas.openxmlformats.org/officeDocument/2006/relationships/notesSlide" Target="../notesSlides/notesSlide3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34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image" Target="../media/image169.png"/><Relationship Id="rId7" Type="http://schemas.openxmlformats.org/officeDocument/2006/relationships/tags" Target="../tags/tag242.xml"/><Relationship Id="rId6" Type="http://schemas.openxmlformats.org/officeDocument/2006/relationships/image" Target="../media/image168.png"/><Relationship Id="rId5" Type="http://schemas.openxmlformats.org/officeDocument/2006/relationships/tags" Target="../tags/tag241.xml"/><Relationship Id="rId4" Type="http://schemas.openxmlformats.org/officeDocument/2006/relationships/image" Target="../media/image167.png"/><Relationship Id="rId3" Type="http://schemas.openxmlformats.org/officeDocument/2006/relationships/tags" Target="../tags/tag240.xml"/><Relationship Id="rId25" Type="http://schemas.openxmlformats.org/officeDocument/2006/relationships/notesSlide" Target="../notesSlides/notesSlide40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250.xml"/><Relationship Id="rId22" Type="http://schemas.openxmlformats.org/officeDocument/2006/relationships/image" Target="../media/image176.png"/><Relationship Id="rId21" Type="http://schemas.openxmlformats.org/officeDocument/2006/relationships/tags" Target="../tags/tag249.xml"/><Relationship Id="rId20" Type="http://schemas.openxmlformats.org/officeDocument/2006/relationships/image" Target="../media/image175.png"/><Relationship Id="rId2" Type="http://schemas.openxmlformats.org/officeDocument/2006/relationships/image" Target="../media/image166.png"/><Relationship Id="rId19" Type="http://schemas.openxmlformats.org/officeDocument/2006/relationships/tags" Target="../tags/tag248.xml"/><Relationship Id="rId18" Type="http://schemas.openxmlformats.org/officeDocument/2006/relationships/image" Target="../media/image174.png"/><Relationship Id="rId17" Type="http://schemas.openxmlformats.org/officeDocument/2006/relationships/tags" Target="../tags/tag247.xml"/><Relationship Id="rId16" Type="http://schemas.openxmlformats.org/officeDocument/2006/relationships/image" Target="../media/image173.png"/><Relationship Id="rId15" Type="http://schemas.openxmlformats.org/officeDocument/2006/relationships/tags" Target="../tags/tag246.xml"/><Relationship Id="rId14" Type="http://schemas.openxmlformats.org/officeDocument/2006/relationships/image" Target="../media/image172.png"/><Relationship Id="rId13" Type="http://schemas.openxmlformats.org/officeDocument/2006/relationships/tags" Target="../tags/tag245.xml"/><Relationship Id="rId12" Type="http://schemas.openxmlformats.org/officeDocument/2006/relationships/image" Target="../media/image171.png"/><Relationship Id="rId11" Type="http://schemas.openxmlformats.org/officeDocument/2006/relationships/tags" Target="../tags/tag244.xml"/><Relationship Id="rId10" Type="http://schemas.openxmlformats.org/officeDocument/2006/relationships/image" Target="../media/image170.png"/><Relationship Id="rId1" Type="http://schemas.openxmlformats.org/officeDocument/2006/relationships/tags" Target="../tags/tag239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3.xml"/><Relationship Id="rId4" Type="http://schemas.openxmlformats.org/officeDocument/2006/relationships/image" Target="../media/image178.png"/><Relationship Id="rId3" Type="http://schemas.openxmlformats.org/officeDocument/2006/relationships/tags" Target="../tags/tag252.xml"/><Relationship Id="rId2" Type="http://schemas.openxmlformats.org/officeDocument/2006/relationships/image" Target="../media/image177.png"/><Relationship Id="rId1" Type="http://schemas.openxmlformats.org/officeDocument/2006/relationships/tags" Target="../tags/tag251.xml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6.xml"/><Relationship Id="rId4" Type="http://schemas.openxmlformats.org/officeDocument/2006/relationships/image" Target="../media/image180.png"/><Relationship Id="rId3" Type="http://schemas.openxmlformats.org/officeDocument/2006/relationships/tags" Target="../tags/tag255.xml"/><Relationship Id="rId2" Type="http://schemas.openxmlformats.org/officeDocument/2006/relationships/image" Target="../media/image179.png"/><Relationship Id="rId1" Type="http://schemas.openxmlformats.org/officeDocument/2006/relationships/tags" Target="../tags/tag254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image" Target="../media/image183.png"/><Relationship Id="rId7" Type="http://schemas.openxmlformats.org/officeDocument/2006/relationships/tags" Target="../tags/tag260.xml"/><Relationship Id="rId6" Type="http://schemas.openxmlformats.org/officeDocument/2006/relationships/image" Target="../media/image98.png"/><Relationship Id="rId5" Type="http://schemas.openxmlformats.org/officeDocument/2006/relationships/tags" Target="../tags/tag259.xml"/><Relationship Id="rId4" Type="http://schemas.openxmlformats.org/officeDocument/2006/relationships/image" Target="../media/image182.png"/><Relationship Id="rId3" Type="http://schemas.openxmlformats.org/officeDocument/2006/relationships/tags" Target="../tags/tag258.xml"/><Relationship Id="rId27" Type="http://schemas.openxmlformats.org/officeDocument/2006/relationships/notesSlide" Target="../notesSlides/notesSlide43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69.xml"/><Relationship Id="rId24" Type="http://schemas.openxmlformats.org/officeDocument/2006/relationships/image" Target="../media/image191.png"/><Relationship Id="rId23" Type="http://schemas.openxmlformats.org/officeDocument/2006/relationships/tags" Target="../tags/tag268.xml"/><Relationship Id="rId22" Type="http://schemas.openxmlformats.org/officeDocument/2006/relationships/image" Target="../media/image190.png"/><Relationship Id="rId21" Type="http://schemas.openxmlformats.org/officeDocument/2006/relationships/tags" Target="../tags/tag267.xml"/><Relationship Id="rId20" Type="http://schemas.openxmlformats.org/officeDocument/2006/relationships/image" Target="../media/image189.png"/><Relationship Id="rId2" Type="http://schemas.openxmlformats.org/officeDocument/2006/relationships/image" Target="../media/image181.png"/><Relationship Id="rId19" Type="http://schemas.openxmlformats.org/officeDocument/2006/relationships/tags" Target="../tags/tag266.xml"/><Relationship Id="rId18" Type="http://schemas.openxmlformats.org/officeDocument/2006/relationships/image" Target="../media/image188.png"/><Relationship Id="rId17" Type="http://schemas.openxmlformats.org/officeDocument/2006/relationships/tags" Target="../tags/tag265.xml"/><Relationship Id="rId16" Type="http://schemas.openxmlformats.org/officeDocument/2006/relationships/image" Target="../media/image187.png"/><Relationship Id="rId15" Type="http://schemas.openxmlformats.org/officeDocument/2006/relationships/tags" Target="../tags/tag264.xml"/><Relationship Id="rId14" Type="http://schemas.openxmlformats.org/officeDocument/2006/relationships/image" Target="../media/image186.png"/><Relationship Id="rId13" Type="http://schemas.openxmlformats.org/officeDocument/2006/relationships/tags" Target="../tags/tag263.xml"/><Relationship Id="rId12" Type="http://schemas.openxmlformats.org/officeDocument/2006/relationships/image" Target="../media/image185.png"/><Relationship Id="rId11" Type="http://schemas.openxmlformats.org/officeDocument/2006/relationships/tags" Target="../tags/tag262.xml"/><Relationship Id="rId10" Type="http://schemas.openxmlformats.org/officeDocument/2006/relationships/image" Target="../media/image184.png"/><Relationship Id="rId1" Type="http://schemas.openxmlformats.org/officeDocument/2006/relationships/tags" Target="../tags/tag257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273.xml"/><Relationship Id="rId6" Type="http://schemas.openxmlformats.org/officeDocument/2006/relationships/image" Target="../media/image194.png"/><Relationship Id="rId5" Type="http://schemas.openxmlformats.org/officeDocument/2006/relationships/tags" Target="../tags/tag272.xml"/><Relationship Id="rId4" Type="http://schemas.openxmlformats.org/officeDocument/2006/relationships/image" Target="../media/image193.png"/><Relationship Id="rId3" Type="http://schemas.openxmlformats.org/officeDocument/2006/relationships/tags" Target="../tags/tag271.xml"/><Relationship Id="rId2" Type="http://schemas.openxmlformats.org/officeDocument/2006/relationships/image" Target="../media/image192.png"/><Relationship Id="rId1" Type="http://schemas.openxmlformats.org/officeDocument/2006/relationships/tags" Target="../tags/tag270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image" Target="../media/image198.png"/><Relationship Id="rId7" Type="http://schemas.openxmlformats.org/officeDocument/2006/relationships/tags" Target="../tags/tag277.xml"/><Relationship Id="rId6" Type="http://schemas.openxmlformats.org/officeDocument/2006/relationships/image" Target="../media/image197.png"/><Relationship Id="rId5" Type="http://schemas.openxmlformats.org/officeDocument/2006/relationships/tags" Target="../tags/tag276.xml"/><Relationship Id="rId4" Type="http://schemas.openxmlformats.org/officeDocument/2006/relationships/image" Target="../media/image196.png"/><Relationship Id="rId3" Type="http://schemas.openxmlformats.org/officeDocument/2006/relationships/tags" Target="../tags/tag275.xml"/><Relationship Id="rId2" Type="http://schemas.openxmlformats.org/officeDocument/2006/relationships/image" Target="../media/image195.png"/><Relationship Id="rId17" Type="http://schemas.openxmlformats.org/officeDocument/2006/relationships/notesSlide" Target="../notesSlides/notesSlide45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81.xml"/><Relationship Id="rId14" Type="http://schemas.openxmlformats.org/officeDocument/2006/relationships/image" Target="../media/image201.png"/><Relationship Id="rId13" Type="http://schemas.openxmlformats.org/officeDocument/2006/relationships/tags" Target="../tags/tag280.xml"/><Relationship Id="rId12" Type="http://schemas.openxmlformats.org/officeDocument/2006/relationships/image" Target="../media/image200.png"/><Relationship Id="rId11" Type="http://schemas.openxmlformats.org/officeDocument/2006/relationships/tags" Target="../tags/tag279.xml"/><Relationship Id="rId10" Type="http://schemas.openxmlformats.org/officeDocument/2006/relationships/image" Target="../media/image199.png"/><Relationship Id="rId1" Type="http://schemas.openxmlformats.org/officeDocument/2006/relationships/tags" Target="../tags/tag27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99592" y="764704"/>
            <a:ext cx="7344816" cy="2016224"/>
          </a:xfrm>
        </p:spPr>
        <p:txBody>
          <a:bodyPr anchor="ctr"/>
          <a:lstStyle/>
          <a:p>
            <a:pPr algn="ctr"/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Mathematical Foundations </a:t>
            </a:r>
            <a:r>
              <a:rPr lang="en-US" altLang="zh-CN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o</a:t>
            </a:r>
            <a: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  <a:t>f Control Engineering</a:t>
            </a:r>
            <a:br>
              <a:rPr lang="en-US" altLang="zh-HK" sz="3200" b="1" cap="none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zh-CN" altLang="en-US" sz="3200" b="1" cap="none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控制工程数学基础</a:t>
            </a:r>
            <a:endParaRPr lang="zh-HK" altLang="en-US" sz="3200" b="1" cap="none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2996952"/>
            <a:ext cx="7200800" cy="2952328"/>
          </a:xfrm>
        </p:spPr>
        <p:txBody>
          <a:bodyPr>
            <a:normAutofit/>
          </a:bodyPr>
          <a:lstStyle/>
          <a:p>
            <a:pPr algn="ctr"/>
            <a:r>
              <a:rPr lang="en-US" altLang="zh-HK" dirty="0">
                <a:latin typeface="Times New Roman" panose="02020503050405090304" pitchFamily="18" charset="0"/>
                <a:cs typeface="Times New Roman" panose="02020503050405090304" pitchFamily="18" charset="0"/>
              </a:rPr>
              <a:t>Dr.</a:t>
            </a:r>
            <a:r>
              <a:rPr lang="en-US" altLang="zh-HK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Bohao ZHU (</a:t>
            </a: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朱博浩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HK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School of System Design and Intelligent Manufacturing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Southern University of Science and Technology</a:t>
            </a:r>
            <a:endParaRPr lang="en-US" altLang="zh-HK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Lecture 3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HK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Coutesy of Dr.</a:t>
            </a:r>
            <a:r>
              <a:rPr lang="en-US" altLang="zh-HK" sz="2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sz="2200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Xiang XU</a:t>
            </a:r>
            <a:endParaRPr lang="en-US" altLang="zh-HK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79"/>
    </mc:Choice>
    <mc:Fallback>
      <p:transition spd="slow" advTm="108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0" name="標題 1"/>
          <p:cNvSpPr txBox="1"/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Outline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1758842" y="1518233"/>
            <a:ext cx="5256584" cy="848385"/>
            <a:chOff x="1296" y="1824"/>
            <a:chExt cx="2976" cy="432"/>
          </a:xfrm>
        </p:grpSpPr>
        <p:sp>
          <p:nvSpPr>
            <p:cNvPr id="3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Harmonic Functions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  <p:grpSp>
        <p:nvGrpSpPr>
          <p:cNvPr id="12" name="Group 51"/>
          <p:cNvGrpSpPr/>
          <p:nvPr/>
        </p:nvGrpSpPr>
        <p:grpSpPr bwMode="auto">
          <a:xfrm>
            <a:off x="1758842" y="2595890"/>
            <a:ext cx="5301873" cy="786442"/>
            <a:chOff x="1296" y="1824"/>
            <a:chExt cx="2976" cy="432"/>
          </a:xfrm>
        </p:grpSpPr>
        <p:sp>
          <p:nvSpPr>
            <p:cNvPr id="1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Elementary Functions 1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7" name="Group 51"/>
          <p:cNvGrpSpPr/>
          <p:nvPr/>
        </p:nvGrpSpPr>
        <p:grpSpPr bwMode="auto">
          <a:xfrm>
            <a:off x="1758842" y="3664223"/>
            <a:ext cx="5301873" cy="786442"/>
            <a:chOff x="1296" y="1824"/>
            <a:chExt cx="2976" cy="432"/>
          </a:xfrm>
        </p:grpSpPr>
        <p:sp>
          <p:nvSpPr>
            <p:cNvPr id="18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1" name="Text Box 54"/>
            <p:cNvSpPr txBox="1">
              <a:spLocks noChangeArrowheads="1"/>
            </p:cNvSpPr>
            <p:nvPr/>
          </p:nvSpPr>
          <p:spPr bwMode="gray">
            <a:xfrm>
              <a:off x="1626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Elementary Functions 2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38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94"/>
    </mc:Choice>
    <mc:Fallback>
      <p:transition spd="slow" advTm="31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3" name="Group 41"/>
          <p:cNvGrpSpPr/>
          <p:nvPr/>
        </p:nvGrpSpPr>
        <p:grpSpPr bwMode="auto">
          <a:xfrm>
            <a:off x="1943708" y="3004807"/>
            <a:ext cx="5256584" cy="848385"/>
            <a:chOff x="1296" y="1824"/>
            <a:chExt cx="2976" cy="432"/>
          </a:xfrm>
        </p:grpSpPr>
        <p:sp>
          <p:nvSpPr>
            <p:cNvPr id="4" name="AutoShape 4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45AB7D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AutoShape 4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45AB7D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6" name="Text Box 44"/>
            <p:cNvSpPr txBox="1">
              <a:spLocks noChangeArrowheads="1"/>
            </p:cNvSpPr>
            <p:nvPr/>
          </p:nvSpPr>
          <p:spPr bwMode="gray">
            <a:xfrm>
              <a:off x="1851" y="1925"/>
              <a:ext cx="2160" cy="235"/>
            </a:xfrm>
            <a:prstGeom prst="rect">
              <a:avLst/>
            </a:prstGeom>
            <a:no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Times New Roman" panose="02020503050405090304" pitchFamily="18" charset="0"/>
                  <a:cs typeface="Times New Roman" panose="02020503050405090304" pitchFamily="18" charset="0"/>
                </a:rPr>
                <a:t>Harmonic Functions</a:t>
              </a:r>
              <a:endPara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7" name="Text Box 45"/>
            <p:cNvSpPr txBox="1">
              <a:spLocks noChangeArrowheads="1"/>
            </p:cNvSpPr>
            <p:nvPr/>
          </p:nvSpPr>
          <p:spPr bwMode="gray">
            <a:xfrm>
              <a:off x="1393" y="190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1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39"/>
    </mc:Choice>
    <mc:Fallback>
      <p:transition spd="slow" advTm="56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Basic Concept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harmonic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21795"/>
            <a:ext cx="705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binary real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              has continuous second partial derivatives in a domain     and satisfies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Laplace’s equation 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then              is 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harmonic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 in domain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Notation: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Nabla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operator: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Laplace operator: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Poisson’s equation: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9" name="图片 28" descr="\documentclass{article}&#10;\usepackage{amsmath}&#10;\pagestyle{empty}&#10;\begin{document}&#10;&#10;$\nabla^2\varphi=\frac{\partial^2 \varphi}{\partial x^2}+\frac{\partial^2 \varphi}{\partial y^2}=0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153" y="3160623"/>
            <a:ext cx="2884018" cy="477317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varphi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734" y="1906566"/>
            <a:ext cx="857707" cy="305410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2348880"/>
            <a:ext cx="234086" cy="208483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\varphi(x,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717032"/>
            <a:ext cx="857707" cy="30541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100" y="3813959"/>
            <a:ext cx="234086" cy="208483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\Delta=\frac{\partial^2}{\partial x^2}+\frac{\partial^2}{\partial y^2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5167648"/>
            <a:ext cx="1918409" cy="460858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begin{document}&#10;&#10;$\nabla=\left(\frac{\partial}{\partial x},\frac{\partial}{\partial y}\right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793" y="4365104"/>
            <a:ext cx="1786738" cy="546811"/>
          </a:xfrm>
          <a:prstGeom prst="rect">
            <a:avLst/>
          </a:prstGeom>
        </p:spPr>
      </p:pic>
      <p:sp>
        <p:nvSpPr>
          <p:cNvPr id="34" name="箭头: 右 33"/>
          <p:cNvSpPr/>
          <p:nvPr/>
        </p:nvSpPr>
        <p:spPr>
          <a:xfrm>
            <a:off x="6220058" y="530120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 descr="\documentclass{article}&#10;\usepackage{amsmath}&#10;\pagestyle{empty}&#10;\begin{document}&#10;&#10;$\Delta \varphi=f(x,y)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5949280"/>
            <a:ext cx="1698955" cy="305410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\Delta \varphi=0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496" y="5292073"/>
            <a:ext cx="983894" cy="277978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Relation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21795"/>
            <a:ext cx="7056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a complex function                                           is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analytic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a domain    , then             and             are both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harmonic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 in domain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Proof: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Two remaining problems(we just keep it here)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Existence of the second derivative of    and   ?  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holds?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8" name="图片 17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2319245"/>
            <a:ext cx="234086" cy="208483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826" y="1905140"/>
            <a:ext cx="3147365" cy="305410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78966"/>
            <a:ext cx="841248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42" y="2293895"/>
            <a:ext cx="824789" cy="305410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679862"/>
            <a:ext cx="234086" cy="208483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u_x=v_y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44" y="3818775"/>
            <a:ext cx="989381" cy="223114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v_x=-u_y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241" y="4207068"/>
            <a:ext cx="1227125" cy="223114"/>
          </a:xfrm>
          <a:prstGeom prst="rect">
            <a:avLst/>
          </a:prstGeom>
        </p:spPr>
      </p:pic>
      <p:sp>
        <p:nvSpPr>
          <p:cNvPr id="21" name="箭头: 右 20"/>
          <p:cNvSpPr/>
          <p:nvPr/>
        </p:nvSpPr>
        <p:spPr>
          <a:xfrm>
            <a:off x="2978250" y="399104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\documentclass{article}&#10;\usepackage{amsmath}&#10;\pagestyle{empty}&#10;\begin{document}&#10;&#10;$u_{xx}=v_{yx}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591" y="3847066"/>
            <a:ext cx="1263701" cy="223114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v_{xy}=-u_{yy}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605" y="4183866"/>
            <a:ext cx="1488644" cy="223114"/>
          </a:xfrm>
          <a:prstGeom prst="rect">
            <a:avLst/>
          </a:prstGeom>
        </p:spPr>
      </p:pic>
      <p:sp>
        <p:nvSpPr>
          <p:cNvPr id="32" name="箭头: 右 31"/>
          <p:cNvSpPr/>
          <p:nvPr/>
        </p:nvSpPr>
        <p:spPr>
          <a:xfrm>
            <a:off x="5604911" y="399249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 descr="\documentclass{article}&#10;\usepackage{amsmath}&#10;\pagestyle{empty}&#10;\begin{document}&#10;&#10;$u_{xx}+u_{yy}=0$&#10;&#10;&#10;\end{document}" title="IguanaTex Bitmap Display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333" y="3926694"/>
            <a:ext cx="1825143" cy="29078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998082" y="4217474"/>
            <a:ext cx="369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5630796" y="4221593"/>
            <a:ext cx="369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44" name="图片 43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343" y="5301208"/>
            <a:ext cx="159106" cy="135331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525" y="5301208"/>
            <a:ext cx="135332" cy="135331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$v_{xy}=v_{yx}$&#10;&#10;&#10;\end{document}" title="IguanaTex Bitmap Display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621524"/>
            <a:ext cx="1230782" cy="223114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2" grpId="0" animBg="1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Harmonic Conjugate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21795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              and             are two harmonic functions in domain      and satisfy the C-R equations: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then    is said to be 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harmonic conjugate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 of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Note that: we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cannot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say    is a harmonic conjugate of    !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8" name="图片 17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335134"/>
            <a:ext cx="234086" cy="208483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u(x,y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166" y="1895422"/>
            <a:ext cx="841248" cy="305410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v(x,y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896450"/>
            <a:ext cx="824789" cy="30541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852936"/>
            <a:ext cx="2830982" cy="420624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501008"/>
            <a:ext cx="135331" cy="135331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141" y="3501007"/>
            <a:ext cx="159106" cy="135331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597" y="4221088"/>
            <a:ext cx="159106" cy="135331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166" y="4589503"/>
            <a:ext cx="135331" cy="135331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Harmonic Conjugate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Theorem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90" y="1821795"/>
            <a:ext cx="7056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complex function                                            is analytic in a domain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and only if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is a harmonic conjugate function of     in domain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图片 2" descr="\documentclass{article}&#10;\usepackage{amsmath}&#10;\pagestyle{empty}&#10;\begin{document}&#10;&#10;$f(z)=u(x, y)+i v(x,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916832"/>
            <a:ext cx="3147365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447" y="2314394"/>
            <a:ext cx="234086" cy="208483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922" y="2399723"/>
            <a:ext cx="135331" cy="13533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980" y="2744351"/>
            <a:ext cx="159105" cy="135331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D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2707776"/>
            <a:ext cx="234086" cy="208483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Construction of Analytic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Question: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386" y="1845385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Given real(imaginary) part of an analytic function, then how to determine its imaginary(real) part?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Why can the question be solved?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Both real and imaginary part should be harmonic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C-R equations should be satisfied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\frac{\partial u}{\partial x}=\frac{\partial v}{\partial y}, \quad \frac{\partial u}{\partial y}=-\frac{\partial v}{\partial x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060" y="4653503"/>
            <a:ext cx="3328294" cy="49451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Construction of Analytic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Method of partial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integration: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3528" y="2169086"/>
            <a:ext cx="2691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Assume    is known: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0" name="图片 9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512" y="2363915"/>
            <a:ext cx="159106" cy="13533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begin{aligned}&#10;&amp; \frac{\partial v}{\partial y}=\frac{\partial u}{\partial x} \\&#10;&amp; \frac{\partial v}{\partial x}=-\frac{\partial u}{\partial y}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28" y="2951282"/>
            <a:ext cx="1417320" cy="149595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200555" y="4846666"/>
            <a:ext cx="2179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Determine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1259632" y="2999229"/>
            <a:ext cx="216880" cy="1296144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/>
          <p:cNvSpPr/>
          <p:nvPr/>
        </p:nvSpPr>
        <p:spPr>
          <a:xfrm>
            <a:off x="593386" y="491522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\begin{aligned}&#10;v(x, y)=&amp;\int \frac{\partial v}{\partial y} \mathrm{~d} y=\int \frac{\partial u}{\partial x} \mathrm{~d} y\\&#10;=&amp;\widetilde{v}(x, y)+\varphi(x)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460" y="3071236"/>
            <a:ext cx="4023360" cy="1141171"/>
          </a:xfrm>
          <a:prstGeom prst="rect">
            <a:avLst/>
          </a:prstGeom>
        </p:spPr>
      </p:pic>
      <p:sp>
        <p:nvSpPr>
          <p:cNvPr id="29" name="箭头: 右 28"/>
          <p:cNvSpPr/>
          <p:nvPr/>
        </p:nvSpPr>
        <p:spPr>
          <a:xfrm>
            <a:off x="3491880" y="353381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\documentclass{article}&#10;\usepackage{amsmath}&#10;\pagestyle{empty}&#10;\begin{document}&#10;&#10;$v_x=\tilde{v}_x+\varphi^\prime (x)=-u_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51" y="4912425"/>
            <a:ext cx="2995575" cy="318212"/>
          </a:xfrm>
          <a:prstGeom prst="rect">
            <a:avLst/>
          </a:prstGeom>
        </p:spPr>
      </p:pic>
      <p:sp>
        <p:nvSpPr>
          <p:cNvPr id="32" name="箭头: 右 31"/>
          <p:cNvSpPr/>
          <p:nvPr/>
        </p:nvSpPr>
        <p:spPr>
          <a:xfrm>
            <a:off x="4656043" y="4963519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547936" y="3568868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C-R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37" name="图片 36" descr="\documentclass{article}&#10;\usepackage{amsmath}&#10;\pagestyle{empty}&#10;\begin{document}&#10;&#10;$\varphi(x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925227"/>
            <a:ext cx="565099" cy="30541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19" grpId="0" bldLvl="0" animBg="1"/>
      <p:bldP spid="20" grpId="0" bldLvl="0" animBg="1"/>
      <p:bldP spid="29" grpId="0" bldLvl="0" animBg="1"/>
      <p:bldP spid="32" grpId="0" bldLvl="0" animBg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                         is analytic and                               then determine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f(z)=u+iv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71874"/>
            <a:ext cx="2046122" cy="356311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u(x,y)=x^2-y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926" y="1352962"/>
            <a:ext cx="2594458" cy="381914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v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926988"/>
            <a:ext cx="157886" cy="157886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v_x=-u_y=2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492896"/>
            <a:ext cx="1960474" cy="290779"/>
          </a:xfrm>
          <a:prstGeom prst="rect">
            <a:avLst/>
          </a:prstGeom>
        </p:spPr>
      </p:pic>
      <p:sp>
        <p:nvSpPr>
          <p:cNvPr id="17" name="箭头: 右 16"/>
          <p:cNvSpPr/>
          <p:nvPr/>
        </p:nvSpPr>
        <p:spPr>
          <a:xfrm>
            <a:off x="3851920" y="253027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\documentclass{article}&#10;\usepackage{amsmath}&#10;\pagestyle{empty}&#10;\begin{document}&#10;&#10;$v=2xy+C(y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524021"/>
            <a:ext cx="2015338" cy="30541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v_y=u_x=2x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077072"/>
            <a:ext cx="1735531" cy="290779"/>
          </a:xfrm>
          <a:prstGeom prst="rect">
            <a:avLst/>
          </a:prstGeom>
        </p:spPr>
      </p:pic>
      <p:sp>
        <p:nvSpPr>
          <p:cNvPr id="28" name="箭头: 下 27"/>
          <p:cNvSpPr/>
          <p:nvPr/>
        </p:nvSpPr>
        <p:spPr>
          <a:xfrm>
            <a:off x="5325914" y="3074463"/>
            <a:ext cx="216024" cy="6301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\documentclass{article}&#10;\usepackage{amsmath}&#10;\pagestyle{empty}&#10;\begin{document}&#10;&#10;$v_y=2x+C^\prime(y)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4028568"/>
            <a:ext cx="2077516" cy="318212"/>
          </a:xfrm>
          <a:prstGeom prst="rect">
            <a:avLst/>
          </a:prstGeom>
        </p:spPr>
      </p:pic>
      <p:sp>
        <p:nvSpPr>
          <p:cNvPr id="32" name="箭头: 左右 31"/>
          <p:cNvSpPr/>
          <p:nvPr/>
        </p:nvSpPr>
        <p:spPr>
          <a:xfrm>
            <a:off x="3779912" y="4077072"/>
            <a:ext cx="576064" cy="21602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42110" y="3103532"/>
            <a:ext cx="1442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C-R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4" name="箭头: 右 33"/>
          <p:cNvSpPr/>
          <p:nvPr/>
        </p:nvSpPr>
        <p:spPr>
          <a:xfrm rot="20323871">
            <a:off x="987177" y="2900452"/>
            <a:ext cx="684413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/>
          <p:cNvSpPr/>
          <p:nvPr/>
        </p:nvSpPr>
        <p:spPr>
          <a:xfrm rot="1315790">
            <a:off x="986882" y="3693004"/>
            <a:ext cx="684413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箭头: 下 35"/>
          <p:cNvSpPr/>
          <p:nvPr/>
        </p:nvSpPr>
        <p:spPr>
          <a:xfrm>
            <a:off x="3959932" y="4509120"/>
            <a:ext cx="216024" cy="6301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 descr="\documentclass{article}&#10;\usepackage{amsmath}&#10;\pagestyle{empty}&#10;\begin{document}&#10;&#10;$v=2xy+c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190" y="5324369"/>
            <a:ext cx="1543507" cy="263347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  <p:bldP spid="32" grpId="0" animBg="1"/>
      <p:bldP spid="33" grpId="0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 that                                   is harmonic and find an analytic function   with    being its real part and satisfying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u(x,y)=x^3-3xy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3" y="1355475"/>
            <a:ext cx="2974239" cy="381914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22580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80" y="1932780"/>
            <a:ext cx="185623" cy="157886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f(i)=-i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53519"/>
            <a:ext cx="1444447" cy="35631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9788" y="2924944"/>
            <a:ext cx="77906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Verify the harmonicity of    :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21" name="图片 20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524" y="3102824"/>
            <a:ext cx="185623" cy="157886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\frac{\partial^2 u}{\partial x^2}=6 x, \quad \frac{\partial^2 u}{\partial y^2}=-6 x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941" y="3530375"/>
            <a:ext cx="3041294" cy="460858"/>
          </a:xfrm>
          <a:prstGeom prst="rect">
            <a:avLst/>
          </a:prstGeom>
        </p:spPr>
      </p:pic>
      <p:sp>
        <p:nvSpPr>
          <p:cNvPr id="24" name="箭头: 右 23"/>
          <p:cNvSpPr/>
          <p:nvPr/>
        </p:nvSpPr>
        <p:spPr>
          <a:xfrm>
            <a:off x="2123729" y="4581128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\documentclass{article}&#10;\usepackage{amsmath}&#10;\pagestyle{empty}&#10;\begin{document}&#10;&#10;$\frac{\partial^2 u}{\partial x^2}+\frac{\partial^2 u}{\partial y^2}=0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941" y="4448686"/>
            <a:ext cx="1836115" cy="460858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 that                                   is harmonic and find an analytic function   with    being its real part and satisfying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u(x,y)=x^3-3xy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3" y="1355475"/>
            <a:ext cx="2974239" cy="381914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22580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80" y="1932780"/>
            <a:ext cx="185623" cy="157886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f(i)=-i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53519"/>
            <a:ext cx="1444447" cy="35631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9788" y="2924944"/>
            <a:ext cx="77906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Calculate the imaginary part: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Method of partial integration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\frac{\partial u}{\partial x}=3 x^2-3 y^2=\frac{\partial v}{\partial y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843866"/>
            <a:ext cx="2723083" cy="420624"/>
          </a:xfrm>
          <a:prstGeom prst="rect">
            <a:avLst/>
          </a:prstGeom>
        </p:spPr>
      </p:pic>
      <p:sp>
        <p:nvSpPr>
          <p:cNvPr id="6" name="箭头: 右 5"/>
          <p:cNvSpPr/>
          <p:nvPr/>
        </p:nvSpPr>
        <p:spPr>
          <a:xfrm>
            <a:off x="654930" y="450672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\documentclass{article}&#10;\usepackage{amsmath}&#10;\pagestyle{empty}&#10;\begin{document}&#10;&#10;$v=\int\left(3 x^2-3 y^2\right) \mathrm{d} y=3 x^2 y-y^3+\varphi(x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431855"/>
            <a:ext cx="5389474" cy="365760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655553" y="512525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\documentclass{article}&#10;\usepackage{amsmath}&#10;\pagestyle{empty}&#10;\begin{document}&#10;&#10;$\frac{\partial v}{\partial x}=6 x y+\varphi^{\prime}(x)=-\frac{\partial u}{\partial y}=6 x y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076962"/>
            <a:ext cx="4151376" cy="420624"/>
          </a:xfrm>
          <a:prstGeom prst="rect">
            <a:avLst/>
          </a:prstGeom>
        </p:spPr>
      </p:pic>
      <p:sp>
        <p:nvSpPr>
          <p:cNvPr id="15" name="箭头: 右 14"/>
          <p:cNvSpPr/>
          <p:nvPr/>
        </p:nvSpPr>
        <p:spPr>
          <a:xfrm>
            <a:off x="5727055" y="512525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\documentclass{article}&#10;\usepackage{amsmath}&#10;\pagestyle{empty}&#10;\begin{document}&#10;&#10;$\varphi^\prime(x)=0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142" y="5090110"/>
            <a:ext cx="1225296" cy="305410"/>
          </a:xfrm>
          <a:prstGeom prst="rect">
            <a:avLst/>
          </a:prstGeom>
        </p:spPr>
      </p:pic>
      <p:sp>
        <p:nvSpPr>
          <p:cNvPr id="19" name="箭头: 右 18"/>
          <p:cNvSpPr/>
          <p:nvPr/>
        </p:nvSpPr>
        <p:spPr>
          <a:xfrm>
            <a:off x="654930" y="580526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\documentclass{article}&#10;\usepackage{amsmath}&#10;\pagestyle{empty}&#10;\begin{document}&#10;&#10;$\varphi(x)=c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5760571"/>
            <a:ext cx="1130198" cy="305410"/>
          </a:xfrm>
          <a:prstGeom prst="rect">
            <a:avLst/>
          </a:prstGeom>
        </p:spPr>
      </p:pic>
      <p:sp>
        <p:nvSpPr>
          <p:cNvPr id="28" name="箭头: 右 27"/>
          <p:cNvSpPr/>
          <p:nvPr/>
        </p:nvSpPr>
        <p:spPr>
          <a:xfrm>
            <a:off x="2692056" y="580526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 descr="\documentclass{article}&#10;\usepackage{amsmath}&#10;\pagestyle{empty}&#10;\begin{document}&#10;&#10;$v(x, y)=3 x^2 y-y^3+c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5749598"/>
            <a:ext cx="3050438" cy="327355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5" grpId="0" animBg="1"/>
      <p:bldP spid="19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 that                                   is harmonic and find an analytic function   with    being its real part and satisfying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u(x,y)=x^3-3xy^2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3" y="1355475"/>
            <a:ext cx="2974239" cy="381914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22580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80" y="1932780"/>
            <a:ext cx="185623" cy="157886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f(i)=-i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53519"/>
            <a:ext cx="1444447" cy="35631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9788" y="2924944"/>
            <a:ext cx="77906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(3) </a:t>
            </a:r>
            <a:r>
              <a:rPr lang="en-US" altLang="zh-CN" sz="2400" dirty="0">
                <a:cs typeface="Times New Roman" panose="02020503050405090304" pitchFamily="18" charset="0"/>
              </a:rPr>
              <a:t>Determine the constant c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Since                     , then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f(z)=\left(x^3-3 x y^2\right)+i\left(3 x^2 y-y^3+c\right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92" y="3562446"/>
            <a:ext cx="5091379" cy="36576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f(i)=-i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92" y="4077072"/>
            <a:ext cx="1444447" cy="356311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v(0,1)=-1+c=-1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49" y="4643470"/>
            <a:ext cx="2889504" cy="305410"/>
          </a:xfrm>
          <a:prstGeom prst="rect">
            <a:avLst/>
          </a:prstGeom>
        </p:spPr>
      </p:pic>
      <p:sp>
        <p:nvSpPr>
          <p:cNvPr id="19" name="箭头: 右 18"/>
          <p:cNvSpPr/>
          <p:nvPr/>
        </p:nvSpPr>
        <p:spPr>
          <a:xfrm>
            <a:off x="5406803" y="466979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c=0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588" y="4669791"/>
            <a:ext cx="665683" cy="206654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f(z)=\left(x^3-3 x y^2\right)+i\left(3 x^2 y-y^3\right)=z^3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49" y="5221956"/>
            <a:ext cx="5303520" cy="365760"/>
          </a:xfrm>
          <a:prstGeom prst="rect">
            <a:avLst/>
          </a:prstGeom>
        </p:spPr>
      </p:pic>
      <p:sp>
        <p:nvSpPr>
          <p:cNvPr id="32" name="箭头: 右 31"/>
          <p:cNvSpPr/>
          <p:nvPr/>
        </p:nvSpPr>
        <p:spPr>
          <a:xfrm>
            <a:off x="1560302" y="529682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 that                                is harmonic and find an analytic function   with    being its real part and satisfying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22580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80" y="1932780"/>
            <a:ext cx="185623" cy="157886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i)=-1+i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53519"/>
            <a:ext cx="2054657" cy="35631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9788" y="2924944"/>
            <a:ext cx="77906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r>
              <a:rPr lang="en-US" altLang="zh-CN" sz="2400" dirty="0">
                <a:cs typeface="Times New Roman" panose="02020503050405090304" pitchFamily="18" charset="0"/>
              </a:rPr>
              <a:t>Verify the harmonicity: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u=x^2-y^2+x 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41" y="1346786"/>
            <a:ext cx="2615794" cy="364846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frac{\partial^2 u}{\partial x^2}+\frac{\partial^2 u}{\partial y^2}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74" y="4138636"/>
            <a:ext cx="1836115" cy="460858"/>
          </a:xfrm>
          <a:prstGeom prst="rect">
            <a:avLst/>
          </a:prstGeom>
        </p:spPr>
      </p:pic>
      <p:pic>
        <p:nvPicPr>
          <p:cNvPr id="22" name="图片 21" descr="\documentclass{article}&#10;\usepackage{amsmath}&#10;\pagestyle{empty}&#10;\begin{document}&#10;&#10;$\frac{\partial^2 u}{\partial x^2}=2, \quad \frac{\partial^2 u}{\partial y^2}=-2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74" y="3525512"/>
            <a:ext cx="2691994" cy="460858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2051720" y="426105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 that                                is harmonic and find an analytic function   with    being its real part and satisfying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22580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80" y="1932780"/>
            <a:ext cx="185623" cy="157886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i)=-1+i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53519"/>
            <a:ext cx="2054657" cy="35631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9788" y="2924944"/>
            <a:ext cx="7790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r>
              <a:rPr lang="en-US" altLang="zh-CN" sz="2400" dirty="0">
                <a:cs typeface="Times New Roman" panose="02020503050405090304" pitchFamily="18" charset="0"/>
              </a:rPr>
              <a:t>Calculate the imaginary part: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Method of partial integration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u=x^2-y^2+x 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41" y="1346786"/>
            <a:ext cx="2615794" cy="364846"/>
          </a:xfrm>
          <a:prstGeom prst="rect">
            <a:avLst/>
          </a:prstGeom>
        </p:spPr>
      </p:pic>
      <p:sp>
        <p:nvSpPr>
          <p:cNvPr id="23" name="箭头: 右 22"/>
          <p:cNvSpPr/>
          <p:nvPr/>
        </p:nvSpPr>
        <p:spPr>
          <a:xfrm>
            <a:off x="827584" y="441603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\documentclass{article}&#10;\usepackage{amsmath}&#10;\pagestyle{empty}&#10;\begin{document}&#10;&#10;$\frac{\partial u}{\partial x}=2 x+y=\frac{\partial v}{\partial y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843022"/>
            <a:ext cx="2298802" cy="420624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v=\int(2 x+y) \mathrm{d} y=2 x y+\frac{1}{2} y^2+\varphi(x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341163"/>
            <a:ext cx="4879238" cy="365760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828016" y="488674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\documentclass{article}&#10;\usepackage{amsmath}&#10;\pagestyle{empty}&#10;\begin{document}&#10;&#10;$\frac{\partial v}{\partial x}=2 y+\varphi^{\prime}(x)=-\frac{\partial u}{\partial y}=2 y-x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397" y="4784440"/>
            <a:ext cx="4345229" cy="420624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varphi^{\prime}(x)=-x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442" y="4801443"/>
            <a:ext cx="1481328" cy="305410"/>
          </a:xfrm>
          <a:prstGeom prst="rect">
            <a:avLst/>
          </a:prstGeom>
        </p:spPr>
      </p:pic>
      <p:sp>
        <p:nvSpPr>
          <p:cNvPr id="17" name="箭头: 右 16"/>
          <p:cNvSpPr/>
          <p:nvPr/>
        </p:nvSpPr>
        <p:spPr>
          <a:xfrm>
            <a:off x="6393010" y="4874485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\documentclass{article}&#10;\usepackage{amsmath}&#10;\pagestyle{empty}&#10;\begin{document}&#10;&#10;$\varphi(x)=-\frac{1}{2} x^2+c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558" y="5282581"/>
            <a:ext cx="2240280" cy="365760"/>
          </a:xfrm>
          <a:prstGeom prst="rect">
            <a:avLst/>
          </a:prstGeom>
        </p:spPr>
      </p:pic>
      <p:sp>
        <p:nvSpPr>
          <p:cNvPr id="21" name="箭头: 右 20"/>
          <p:cNvSpPr/>
          <p:nvPr/>
        </p:nvSpPr>
        <p:spPr>
          <a:xfrm>
            <a:off x="825559" y="537169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4211564" y="536609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 descr="\documentclass{article}&#10;\usepackage{amsmath}&#10;\pagestyle{empty}&#10;\begin{document}&#10;&#10;$v(x, y)=2 x y+\frac{1}{2} y^2-\frac{1}{2} x^2+c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5291222"/>
            <a:ext cx="3983126" cy="365760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8" grpId="0" animBg="1"/>
      <p:bldP spid="17" grpId="0" animBg="1"/>
      <p:bldP spid="21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 that                                is harmonic and find an analytic function   with    being its real part and satisfying 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片 8" descr="\documentclass{article}&#10;\usepackage{amsmath}&#10;\pagestyle{empty}&#10;\begin{document}&#10;&#10;$f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22580"/>
            <a:ext cx="179222" cy="322174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u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80" y="1932780"/>
            <a:ext cx="185623" cy="157886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f(i)=-1+i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53519"/>
            <a:ext cx="2054657" cy="35631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9788" y="2924944"/>
            <a:ext cx="77906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(3) </a:t>
            </a:r>
            <a:r>
              <a:rPr lang="en-US" altLang="zh-CN" sz="2400" dirty="0">
                <a:cs typeface="Times New Roman" panose="02020503050405090304" pitchFamily="18" charset="0"/>
              </a:rPr>
              <a:t>Determine the constant c:</a:t>
            </a: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cs typeface="Times New Roman" panose="02020503050405090304" pitchFamily="18" charset="0"/>
              </a:rPr>
              <a:t>Since                  , then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u=x^2-y^2+x 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41" y="1346786"/>
            <a:ext cx="2615794" cy="364846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f(z)=\left(x^2-y^2+x y\right)+i\left(2 x y+\frac{1}{2} y^2-\frac{1}{2} x^2+c\right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501008"/>
            <a:ext cx="6402629" cy="367589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5406803" y="477886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\documentclass{article}&#10;\usepackage{amsmath}&#10;\pagestyle{empty}&#10;\begin{document}&#10;&#10;$f(-1+i)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4138262"/>
            <a:ext cx="1236269" cy="305410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-1+i\left(\frac{1}{2}+c\right)=-1+i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703079"/>
            <a:ext cx="3118104" cy="367589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c=\frac{1}{2}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708276"/>
            <a:ext cx="683971" cy="365760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\begin{aligned}&#10;f(z) &amp; =\left(x^2-y^2+x y\right)+i\left(2 x y+\frac{1}{2} y^2-\frac{1}{2} x^2+\frac{1}{2}\right) \\&#10;&amp; =z^2+\frac{1}{2 i} z^2+\frac{1}{2} i&#10;\end{aligned}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5229200"/>
            <a:ext cx="5041253" cy="1099210"/>
          </a:xfrm>
          <a:prstGeom prst="rect">
            <a:avLst/>
          </a:prstGeom>
        </p:spPr>
      </p:pic>
      <p:sp>
        <p:nvSpPr>
          <p:cNvPr id="31" name="箭头: 右 30"/>
          <p:cNvSpPr/>
          <p:nvPr/>
        </p:nvSpPr>
        <p:spPr>
          <a:xfrm>
            <a:off x="1259632" y="537169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9999FF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9999FF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641" y="1898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Elementary Functions 1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9" y="1902"/>
              <a:ext cx="190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en-US" sz="2400" kern="0" dirty="0">
                  <a:solidFill>
                    <a:srgbClr val="FFFF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2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89"/>
    </mc:Choice>
    <mc:Fallback>
      <p:transition spd="slow" advTm="1608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Elementary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Preliminaries of complex elementary functions: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60" y="1844824"/>
            <a:ext cx="76328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elementary functions are extensions of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real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elementary functions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definition of complex elementary functions should be compatible with real elementary functions——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looks similar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the variable takes real values, the complex functions should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reduce to their real cases </a:t>
            </a: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Recall the definition of complex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altLang="zh-CN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which is often written as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图片 7" descr="\documentclass{article}&#10;\usepackage{amsmath}&#10;\pagestyle{empty}&#10;\begin{document}&#10;&#10;$f(z)=e^x(\cos y+i\sin y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3718865" cy="35631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e^z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780928"/>
            <a:ext cx="279502" cy="238963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\exp{z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556" y="2851658"/>
            <a:ext cx="757429" cy="226161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312788" y="3222407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Some remarks: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0424" y="3827854"/>
            <a:ext cx="7632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 is the most important complex elementary function——other elementary functions are defined via it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Euler’s formula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it can be also remembered as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9" name="图片 28" descr="\documentclass{article}&#10;\usepackage{amsmath}&#10;\pagestyle{empty}&#10;\begin{document}&#10;&#10;$w={e}^z={e}^{x+i y}={e}^x \cdot {e}^{i y}={e}^x(\cos y+i \sin y)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515" y="5412869"/>
            <a:ext cx="5928969" cy="329184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exponential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single-valued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function: for given                   , the functions                         in definition are all single-valued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is defined at all points in complex plane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Its value at infinity: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                           ,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                           ,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. Since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is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analytic everywhere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complex plane 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235" y="1954742"/>
            <a:ext cx="1345997" cy="263347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e^x, \sin y, \cos y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297899"/>
            <a:ext cx="1741018" cy="267005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e^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56" y="2669515"/>
            <a:ext cx="239573" cy="204826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y=0, x \rightarrow+\infty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94" y="3429000"/>
            <a:ext cx="2013509" cy="263347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e^z\rightarrow +\infty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67" y="3429000"/>
            <a:ext cx="1263701" cy="22860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y=0,x\rightarrow-\infty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630" y="3777572"/>
            <a:ext cx="2013509" cy="263347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e^z\rightarrow 0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867" y="3787631"/>
            <a:ext cx="881482" cy="208483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e^z\neq 0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56" y="4149080"/>
            <a:ext cx="813816" cy="279806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{e}^x&gt;0, \cos y+i \sin y \neq 0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942" y="4135415"/>
            <a:ext cx="3244291" cy="279806"/>
          </a:xfrm>
          <a:prstGeom prst="rect">
            <a:avLst/>
          </a:prstGeom>
        </p:spPr>
      </p:pic>
      <p:pic>
        <p:nvPicPr>
          <p:cNvPr id="25" name="图片 24" descr="\documentclass{article}&#10;\usepackage{amsmath}&#10;\pagestyle{empty}&#10;\begin{document}&#10;&#10;$e^z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64" y="4509120"/>
            <a:ext cx="239573" cy="204826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exponential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any                        and                        , there holds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is a periodic function with periods  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z_1=x_1+iy_1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941517"/>
            <a:ext cx="1704442" cy="263347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z_2=x_2+iy_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93" y="1941518"/>
            <a:ext cx="1709929" cy="26334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e^{z_1+z_2}=e^{z_1}\cdot e^{z_2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365359"/>
            <a:ext cx="2159813" cy="24323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\begin{aligned}&#10;{e}^{z_1} \cdot {e}^{z_2}= &amp; {e}^{x_1}\left(\cos y_1+i \sin y_1\right) \cdot {e}^{x_2}\left(\cos y_2+i \sin y_2\right) \\&#10;= &amp; {e}^{x_1+x_2}\left[\left(\cos y_1 \cos y_2-\sin y_1 \sin y_2\right)+\right. \\&#10;&amp; \left.\quad i\left(\sin y_1 \cos { }_2+\cos y_1 \sin y_2\right)\right] \\&#10;= &amp; {e}^{x_1+x_2}\left[\cos \left(y_1+y_2\right)+i \sin \left(y_1+y_2\right)\right]={e}^{z_1+z_2}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108713"/>
            <a:ext cx="7315200" cy="1735531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2k\pi i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237383"/>
            <a:ext cx="577901" cy="21397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{e}^{z+2 k \pi i}={e}^z \cdot {e}^{2 k \pi i}={e}^z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242" y="5697652"/>
            <a:ext cx="3154680" cy="25969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Exponential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exponential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Modulus: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1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Argument: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e^x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928030"/>
            <a:ext cx="252374" cy="204826"/>
          </a:xfrm>
          <a:prstGeom prst="rect">
            <a:avLst/>
          </a:prstGeom>
        </p:spPr>
      </p:pic>
      <p:pic>
        <p:nvPicPr>
          <p:cNvPr id="5" name="图片 4" descr="\documentclass{article}&#10;\usepackage{amsmath}&#10;\usepackage{amssymb}&#10;\pagestyle{empty}&#10;\begin{document}&#10;&#10;$y+2k\pi,k\in\mathbb{Z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3" y="2313607"/>
            <a:ext cx="1894637" cy="274320"/>
          </a:xfrm>
          <a:prstGeom prst="rect">
            <a:avLst/>
          </a:prstGeom>
        </p:spPr>
      </p:pic>
      <p:pic>
        <p:nvPicPr>
          <p:cNvPr id="11" name="Picture 1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862407" y="4773386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26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1860819" y="477179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177232" y="4782911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30"/>
          <p:cNvPicPr>
            <a:picLocks noChangeAspect="1" noChangeArrowheads="1"/>
          </p:cNvPicPr>
          <p:nvPr/>
        </p:nvPicPr>
        <p:blipFill>
          <a:blip r:embed="rId5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6175644" y="4781324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109"/>
          <p:cNvGrpSpPr/>
          <p:nvPr/>
        </p:nvGrpSpPr>
        <p:grpSpPr bwMode="auto">
          <a:xfrm>
            <a:off x="2908569" y="3841524"/>
            <a:ext cx="4410075" cy="1495425"/>
            <a:chOff x="2044" y="2529"/>
            <a:chExt cx="2778" cy="942"/>
          </a:xfrm>
        </p:grpSpPr>
        <p:grpSp>
          <p:nvGrpSpPr>
            <p:cNvPr id="22" name="Group 108"/>
            <p:cNvGrpSpPr/>
            <p:nvPr/>
          </p:nvGrpSpPr>
          <p:grpSpPr bwMode="auto">
            <a:xfrm>
              <a:off x="3063" y="2561"/>
              <a:ext cx="168" cy="510"/>
              <a:chOff x="3278" y="1911"/>
              <a:chExt cx="168" cy="510"/>
            </a:xfrm>
          </p:grpSpPr>
          <p:sp>
            <p:nvSpPr>
              <p:cNvPr id="27" name="Line 101"/>
              <p:cNvSpPr>
                <a:spLocks noChangeShapeType="1"/>
              </p:cNvSpPr>
              <p:nvPr/>
            </p:nvSpPr>
            <p:spPr bwMode="auto">
              <a:xfrm flipV="1">
                <a:off x="3278" y="2397"/>
                <a:ext cx="156" cy="2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stealth" w="med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102"/>
              <p:cNvSpPr>
                <a:spLocks noChangeShapeType="1"/>
              </p:cNvSpPr>
              <p:nvPr/>
            </p:nvSpPr>
            <p:spPr bwMode="auto">
              <a:xfrm>
                <a:off x="3284" y="1911"/>
                <a:ext cx="162" cy="1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stealth" w="med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103"/>
              <p:cNvSpPr>
                <a:spLocks noChangeShapeType="1"/>
              </p:cNvSpPr>
              <p:nvPr/>
            </p:nvSpPr>
            <p:spPr bwMode="auto">
              <a:xfrm flipV="1">
                <a:off x="3278" y="2109"/>
                <a:ext cx="162" cy="1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stealth" w="med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Group 107"/>
            <p:cNvGrpSpPr/>
            <p:nvPr/>
          </p:nvGrpSpPr>
          <p:grpSpPr bwMode="auto">
            <a:xfrm>
              <a:off x="2044" y="2529"/>
              <a:ext cx="2778" cy="942"/>
              <a:chOff x="2264" y="1879"/>
              <a:chExt cx="2778" cy="942"/>
            </a:xfrm>
          </p:grpSpPr>
          <p:cxnSp>
            <p:nvCxnSpPr>
              <p:cNvPr id="24" name="AutoShape 104"/>
              <p:cNvCxnSpPr>
                <a:cxnSpLocks noChangeShapeType="1"/>
              </p:cNvCxnSpPr>
              <p:nvPr/>
            </p:nvCxnSpPr>
            <p:spPr bwMode="auto">
              <a:xfrm rot="16200000">
                <a:off x="3369" y="1182"/>
                <a:ext cx="534" cy="2744"/>
              </a:xfrm>
              <a:prstGeom prst="curvedConnector2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5" name="AutoShape 105"/>
              <p:cNvCxnSpPr>
                <a:cxnSpLocks noChangeShapeType="1"/>
              </p:cNvCxnSpPr>
              <p:nvPr/>
            </p:nvCxnSpPr>
            <p:spPr bwMode="auto">
              <a:xfrm rot="16200000">
                <a:off x="3593" y="934"/>
                <a:ext cx="96" cy="2754"/>
              </a:xfrm>
              <a:prstGeom prst="curvedConnector3">
                <a:avLst>
                  <a:gd name="adj1" fmla="val 260417"/>
                </a:avLst>
              </a:prstGeom>
              <a:noFill/>
              <a:ln w="127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AutoShape 106"/>
              <p:cNvCxnSpPr>
                <a:cxnSpLocks noChangeShapeType="1"/>
              </p:cNvCxnSpPr>
              <p:nvPr/>
            </p:nvCxnSpPr>
            <p:spPr bwMode="auto">
              <a:xfrm>
                <a:off x="2274" y="1879"/>
                <a:ext cx="2768" cy="374"/>
              </a:xfrm>
              <a:prstGeom prst="curvedConnector2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30" name="Group 99"/>
          <p:cNvGrpSpPr/>
          <p:nvPr/>
        </p:nvGrpSpPr>
        <p:grpSpPr bwMode="auto">
          <a:xfrm>
            <a:off x="1001982" y="3727224"/>
            <a:ext cx="1922462" cy="881062"/>
            <a:chOff x="843" y="2457"/>
            <a:chExt cx="1211" cy="555"/>
          </a:xfrm>
        </p:grpSpPr>
        <p:sp>
          <p:nvSpPr>
            <p:cNvPr id="31" name="Line 90"/>
            <p:cNvSpPr>
              <a:spLocks noChangeAspect="1" noChangeShapeType="1"/>
            </p:cNvSpPr>
            <p:nvPr/>
          </p:nvSpPr>
          <p:spPr bwMode="auto">
            <a:xfrm flipV="1">
              <a:off x="2022" y="2555"/>
              <a:ext cx="0" cy="45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60"/>
            <p:cNvSpPr>
              <a:spLocks noChangeShapeType="1"/>
            </p:cNvSpPr>
            <p:nvPr/>
          </p:nvSpPr>
          <p:spPr bwMode="auto">
            <a:xfrm>
              <a:off x="1308" y="2538"/>
              <a:ext cx="69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" name="Object 69"/>
            <p:cNvGraphicFramePr/>
            <p:nvPr/>
          </p:nvGraphicFramePr>
          <p:xfrm>
            <a:off x="843" y="2457"/>
            <a:ext cx="433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6" imgW="837565" imgH="342900" progId="Equation.3">
                    <p:embed/>
                  </p:oleObj>
                </mc:Choice>
                <mc:Fallback>
                  <p:oleObj name="公式" r:id="rId6" imgW="837565" imgH="342900" progId="Equation.3">
                    <p:embed/>
                    <p:pic>
                      <p:nvPicPr>
                        <p:cNvPr id="0" name="Object 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" y="2457"/>
                          <a:ext cx="433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Oval 59"/>
            <p:cNvSpPr>
              <a:spLocks noChangeArrowheads="1"/>
            </p:cNvSpPr>
            <p:nvPr/>
          </p:nvSpPr>
          <p:spPr bwMode="auto">
            <a:xfrm>
              <a:off x="1986" y="2496"/>
              <a:ext cx="68" cy="6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" name="Group 110"/>
          <p:cNvGrpSpPr/>
          <p:nvPr/>
        </p:nvGrpSpPr>
        <p:grpSpPr bwMode="auto">
          <a:xfrm>
            <a:off x="2908569" y="4490811"/>
            <a:ext cx="4356100" cy="847725"/>
            <a:chOff x="2044" y="2938"/>
            <a:chExt cx="2744" cy="534"/>
          </a:xfrm>
        </p:grpSpPr>
        <p:sp>
          <p:nvSpPr>
            <p:cNvPr id="36" name="Line 6"/>
            <p:cNvSpPr>
              <a:spLocks noChangeShapeType="1"/>
            </p:cNvSpPr>
            <p:nvPr/>
          </p:nvSpPr>
          <p:spPr bwMode="auto">
            <a:xfrm flipV="1">
              <a:off x="3078" y="3048"/>
              <a:ext cx="156" cy="24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7" name="AutoShape 9"/>
            <p:cNvCxnSpPr>
              <a:cxnSpLocks noChangeShapeType="1"/>
              <a:stCxn id="83" idx="7"/>
              <a:endCxn id="52" idx="2"/>
            </p:cNvCxnSpPr>
            <p:nvPr/>
          </p:nvCxnSpPr>
          <p:spPr bwMode="auto">
            <a:xfrm rot="5400000" flipH="1" flipV="1">
              <a:off x="3149" y="1833"/>
              <a:ext cx="534" cy="2744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8" name="Group 111"/>
          <p:cNvGrpSpPr/>
          <p:nvPr/>
        </p:nvGrpSpPr>
        <p:grpSpPr bwMode="auto">
          <a:xfrm>
            <a:off x="2908569" y="4208236"/>
            <a:ext cx="4371975" cy="396875"/>
            <a:chOff x="2044" y="2760"/>
            <a:chExt cx="2754" cy="250"/>
          </a:xfrm>
        </p:grpSpPr>
        <p:sp>
          <p:nvSpPr>
            <p:cNvPr id="39" name="Line 8"/>
            <p:cNvSpPr>
              <a:spLocks noChangeShapeType="1"/>
            </p:cNvSpPr>
            <p:nvPr/>
          </p:nvSpPr>
          <p:spPr bwMode="auto">
            <a:xfrm flipV="1">
              <a:off x="3078" y="2760"/>
              <a:ext cx="162" cy="12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0" name="AutoShape 10"/>
            <p:cNvCxnSpPr>
              <a:cxnSpLocks noChangeShapeType="1"/>
              <a:stCxn id="76" idx="7"/>
              <a:endCxn id="52" idx="1"/>
            </p:cNvCxnSpPr>
            <p:nvPr/>
          </p:nvCxnSpPr>
          <p:spPr bwMode="auto">
            <a:xfrm rot="5400000" flipH="1" flipV="1">
              <a:off x="3373" y="1585"/>
              <a:ext cx="96" cy="2754"/>
            </a:xfrm>
            <a:prstGeom prst="curvedConnector3">
              <a:avLst>
                <a:gd name="adj1" fmla="val 260373"/>
              </a:avLst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" name="Group 112"/>
          <p:cNvGrpSpPr/>
          <p:nvPr/>
        </p:nvGrpSpPr>
        <p:grpSpPr bwMode="auto">
          <a:xfrm>
            <a:off x="2924444" y="3843111"/>
            <a:ext cx="4394200" cy="593725"/>
            <a:chOff x="2054" y="2530"/>
            <a:chExt cx="2768" cy="374"/>
          </a:xfrm>
        </p:grpSpPr>
        <p:sp>
          <p:nvSpPr>
            <p:cNvPr id="42" name="Line 7"/>
            <p:cNvSpPr>
              <a:spLocks noChangeShapeType="1"/>
            </p:cNvSpPr>
            <p:nvPr/>
          </p:nvSpPr>
          <p:spPr bwMode="auto">
            <a:xfrm>
              <a:off x="3084" y="2562"/>
              <a:ext cx="162" cy="12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3" name="AutoShape 11"/>
            <p:cNvCxnSpPr>
              <a:cxnSpLocks noChangeShapeType="1"/>
              <a:stCxn id="34" idx="6"/>
              <a:endCxn id="52" idx="0"/>
            </p:cNvCxnSpPr>
            <p:nvPr/>
          </p:nvCxnSpPr>
          <p:spPr bwMode="auto">
            <a:xfrm>
              <a:off x="2054" y="2530"/>
              <a:ext cx="2768" cy="374"/>
            </a:xfrm>
            <a:prstGeom prst="curvedConnector2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4" name="Group 91"/>
          <p:cNvGrpSpPr/>
          <p:nvPr/>
        </p:nvGrpSpPr>
        <p:grpSpPr bwMode="auto">
          <a:xfrm>
            <a:off x="968644" y="3163661"/>
            <a:ext cx="2749550" cy="3073400"/>
            <a:chOff x="822" y="2102"/>
            <a:chExt cx="1732" cy="1936"/>
          </a:xfrm>
        </p:grpSpPr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2091" y="2142"/>
              <a:ext cx="4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(</a:t>
              </a:r>
              <a:r>
                <a:rPr lang="en-US" altLang="zh-CN" i="1"/>
                <a:t>z</a:t>
              </a:r>
              <a:r>
                <a:rPr lang="en-US" altLang="zh-CN"/>
                <a:t>)</a:t>
              </a:r>
              <a:endParaRPr lang="en-US" altLang="zh-CN"/>
            </a:p>
          </p:txBody>
        </p:sp>
        <p:sp>
          <p:nvSpPr>
            <p:cNvPr id="46" name="Line 16"/>
            <p:cNvSpPr>
              <a:spLocks noChangeShapeType="1"/>
            </p:cNvSpPr>
            <p:nvPr/>
          </p:nvSpPr>
          <p:spPr bwMode="auto">
            <a:xfrm flipV="1">
              <a:off x="822" y="3810"/>
              <a:ext cx="15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1322" y="2102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y</a:t>
              </a:r>
              <a:endParaRPr lang="en-US" altLang="zh-CN" i="1"/>
            </a:p>
          </p:txBody>
        </p: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2235" y="375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x</a:t>
              </a:r>
              <a:endParaRPr lang="en-US" altLang="zh-CN" i="1"/>
            </a:p>
          </p:txBody>
        </p:sp>
        <p:sp>
          <p:nvSpPr>
            <p:cNvPr id="49" name="Line 17"/>
            <p:cNvSpPr>
              <a:spLocks noChangeShapeType="1"/>
            </p:cNvSpPr>
            <p:nvPr/>
          </p:nvSpPr>
          <p:spPr bwMode="auto">
            <a:xfrm flipV="1">
              <a:off x="1308" y="2205"/>
              <a:ext cx="0" cy="17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" name="Line 36"/>
          <p:cNvSpPr>
            <a:spLocks noChangeShapeType="1"/>
          </p:cNvSpPr>
          <p:nvPr/>
        </p:nvSpPr>
        <p:spPr bwMode="auto">
          <a:xfrm flipV="1">
            <a:off x="7321819" y="4474936"/>
            <a:ext cx="0" cy="1390650"/>
          </a:xfrm>
          <a:prstGeom prst="line">
            <a:avLst/>
          </a:prstGeom>
          <a:noFill/>
          <a:ln w="12700">
            <a:solidFill>
              <a:srgbClr val="008000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1" name="Group 95"/>
          <p:cNvGrpSpPr/>
          <p:nvPr/>
        </p:nvGrpSpPr>
        <p:grpSpPr bwMode="auto">
          <a:xfrm>
            <a:off x="7264669" y="4230461"/>
            <a:ext cx="654050" cy="457200"/>
            <a:chOff x="4788" y="2774"/>
            <a:chExt cx="412" cy="288"/>
          </a:xfrm>
        </p:grpSpPr>
        <p:sp>
          <p:nvSpPr>
            <p:cNvPr id="52" name="Oval 5"/>
            <p:cNvSpPr>
              <a:spLocks noChangeArrowheads="1"/>
            </p:cNvSpPr>
            <p:nvPr/>
          </p:nvSpPr>
          <p:spPr bwMode="auto">
            <a:xfrm>
              <a:off x="4788" y="2904"/>
              <a:ext cx="68" cy="68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Text Box 38"/>
            <p:cNvSpPr txBox="1">
              <a:spLocks noChangeArrowheads="1"/>
            </p:cNvSpPr>
            <p:nvPr/>
          </p:nvSpPr>
          <p:spPr bwMode="auto">
            <a:xfrm>
              <a:off x="4846" y="2774"/>
              <a:ext cx="3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w</a:t>
              </a:r>
              <a:endParaRPr lang="en-US" altLang="zh-CN" i="1"/>
            </a:p>
          </p:txBody>
        </p:sp>
      </p:grpSp>
      <p:grpSp>
        <p:nvGrpSpPr>
          <p:cNvPr id="54" name="Group 97"/>
          <p:cNvGrpSpPr/>
          <p:nvPr/>
        </p:nvGrpSpPr>
        <p:grpSpPr bwMode="auto">
          <a:xfrm>
            <a:off x="6483619" y="5365524"/>
            <a:ext cx="539750" cy="596900"/>
            <a:chOff x="4296" y="3489"/>
            <a:chExt cx="340" cy="376"/>
          </a:xfrm>
        </p:grpSpPr>
        <p:sp>
          <p:nvSpPr>
            <p:cNvPr id="55" name="Text Box 39"/>
            <p:cNvSpPr txBox="1">
              <a:spLocks noChangeArrowheads="1"/>
            </p:cNvSpPr>
            <p:nvPr/>
          </p:nvSpPr>
          <p:spPr bwMode="auto">
            <a:xfrm>
              <a:off x="4365" y="3489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/>
                <a:t>y</a:t>
              </a:r>
              <a:endParaRPr lang="en-US" altLang="zh-CN" sz="2000" i="1"/>
            </a:p>
          </p:txBody>
        </p:sp>
        <p:sp>
          <p:nvSpPr>
            <p:cNvPr id="56" name="Arc 40"/>
            <p:cNvSpPr/>
            <p:nvPr/>
          </p:nvSpPr>
          <p:spPr bwMode="auto">
            <a:xfrm>
              <a:off x="4296" y="3673"/>
              <a:ext cx="109" cy="19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0069"/>
                <a:gd name="T1" fmla="*/ 0 h 21600"/>
                <a:gd name="T2" fmla="*/ 20069 w 20069"/>
                <a:gd name="T3" fmla="*/ 13613 h 21600"/>
                <a:gd name="T4" fmla="*/ 0 w 2006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69" h="21600" fill="none" extrusionOk="0">
                  <a:moveTo>
                    <a:pt x="0" y="0"/>
                  </a:moveTo>
                  <a:cubicBezTo>
                    <a:pt x="8846" y="0"/>
                    <a:pt x="16798" y="5393"/>
                    <a:pt x="20069" y="13612"/>
                  </a:cubicBezTo>
                </a:path>
                <a:path w="20069" h="21600" stroke="0" extrusionOk="0">
                  <a:moveTo>
                    <a:pt x="0" y="0"/>
                  </a:moveTo>
                  <a:cubicBezTo>
                    <a:pt x="8846" y="0"/>
                    <a:pt x="16798" y="5393"/>
                    <a:pt x="20069" y="1361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" name="Group 96"/>
          <p:cNvGrpSpPr/>
          <p:nvPr/>
        </p:nvGrpSpPr>
        <p:grpSpPr bwMode="auto">
          <a:xfrm>
            <a:off x="6331219" y="4493986"/>
            <a:ext cx="977900" cy="1371600"/>
            <a:chOff x="4200" y="2940"/>
            <a:chExt cx="616" cy="864"/>
          </a:xfrm>
        </p:grpSpPr>
        <p:sp>
          <p:nvSpPr>
            <p:cNvPr id="58" name="Line 37"/>
            <p:cNvSpPr>
              <a:spLocks noChangeAspect="1" noChangeShapeType="1"/>
            </p:cNvSpPr>
            <p:nvPr/>
          </p:nvSpPr>
          <p:spPr bwMode="auto">
            <a:xfrm flipH="1">
              <a:off x="4200" y="2940"/>
              <a:ext cx="616" cy="864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9" name="Object 41"/>
            <p:cNvGraphicFramePr/>
            <p:nvPr/>
          </p:nvGraphicFramePr>
          <p:xfrm>
            <a:off x="4375" y="3179"/>
            <a:ext cx="172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8" imgW="330200" imgH="368300" progId="Equation.3">
                    <p:embed/>
                  </p:oleObj>
                </mc:Choice>
                <mc:Fallback>
                  <p:oleObj name="公式" r:id="rId8" imgW="330200" imgH="368300" progId="Equation.3">
                    <p:embed/>
                    <p:pic>
                      <p:nvPicPr>
                        <p:cNvPr id="0" name="Object 4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5" y="3179"/>
                          <a:ext cx="172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92"/>
          <p:cNvGrpSpPr/>
          <p:nvPr/>
        </p:nvGrpSpPr>
        <p:grpSpPr bwMode="auto">
          <a:xfrm>
            <a:off x="4178569" y="5032149"/>
            <a:ext cx="1047750" cy="461962"/>
            <a:chOff x="2844" y="3279"/>
            <a:chExt cx="660" cy="291"/>
          </a:xfrm>
        </p:grpSpPr>
        <p:sp>
          <p:nvSpPr>
            <p:cNvPr id="61" name="Line 44"/>
            <p:cNvSpPr>
              <a:spLocks noChangeShapeType="1"/>
            </p:cNvSpPr>
            <p:nvPr/>
          </p:nvSpPr>
          <p:spPr bwMode="auto">
            <a:xfrm>
              <a:off x="2844" y="3570"/>
              <a:ext cx="66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" name="Object 64"/>
            <p:cNvGraphicFramePr/>
            <p:nvPr/>
          </p:nvGraphicFramePr>
          <p:xfrm>
            <a:off x="2927" y="3279"/>
            <a:ext cx="52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10" imgW="975995" imgH="423545" progId="Equation.3">
                    <p:embed/>
                  </p:oleObj>
                </mc:Choice>
                <mc:Fallback>
                  <p:oleObj name="公式" r:id="rId10" imgW="975995" imgH="423545" progId="Equation.3">
                    <p:embed/>
                    <p:pic>
                      <p:nvPicPr>
                        <p:cNvPr id="0" name="Object 6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7" y="3279"/>
                          <a:ext cx="52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100"/>
          <p:cNvGrpSpPr/>
          <p:nvPr/>
        </p:nvGrpSpPr>
        <p:grpSpPr bwMode="auto">
          <a:xfrm>
            <a:off x="4161107" y="5767161"/>
            <a:ext cx="1079500" cy="382588"/>
            <a:chOff x="2833" y="3742"/>
            <a:chExt cx="680" cy="241"/>
          </a:xfrm>
        </p:grpSpPr>
        <p:sp>
          <p:nvSpPr>
            <p:cNvPr id="64" name="Line 46"/>
            <p:cNvSpPr>
              <a:spLocks noChangeShapeType="1"/>
            </p:cNvSpPr>
            <p:nvPr/>
          </p:nvSpPr>
          <p:spPr bwMode="auto">
            <a:xfrm flipH="1">
              <a:off x="2836" y="3742"/>
              <a:ext cx="66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5" name="Object 65"/>
            <p:cNvGraphicFramePr/>
            <p:nvPr/>
          </p:nvGraphicFramePr>
          <p:xfrm>
            <a:off x="2833" y="3799"/>
            <a:ext cx="68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12" imgW="1259840" imgH="334645" progId="Equation.3">
                    <p:embed/>
                  </p:oleObj>
                </mc:Choice>
                <mc:Fallback>
                  <p:oleObj name="公式" r:id="rId12" imgW="1259840" imgH="334645" progId="Equation.3">
                    <p:embed/>
                    <p:pic>
                      <p:nvPicPr>
                        <p:cNvPr id="0" name="Object 6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3" y="3799"/>
                          <a:ext cx="68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Group 93"/>
          <p:cNvGrpSpPr/>
          <p:nvPr/>
        </p:nvGrpSpPr>
        <p:grpSpPr bwMode="auto">
          <a:xfrm>
            <a:off x="6064519" y="3106511"/>
            <a:ext cx="2076450" cy="3121025"/>
            <a:chOff x="4032" y="2066"/>
            <a:chExt cx="1308" cy="1966"/>
          </a:xfrm>
        </p:grpSpPr>
        <p:sp>
          <p:nvSpPr>
            <p:cNvPr id="67" name="Line 25"/>
            <p:cNvSpPr>
              <a:spLocks noChangeShapeType="1"/>
            </p:cNvSpPr>
            <p:nvPr/>
          </p:nvSpPr>
          <p:spPr bwMode="auto">
            <a:xfrm>
              <a:off x="4032" y="3804"/>
              <a:ext cx="11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26"/>
            <p:cNvSpPr txBox="1">
              <a:spLocks noChangeArrowheads="1"/>
            </p:cNvSpPr>
            <p:nvPr/>
          </p:nvSpPr>
          <p:spPr bwMode="auto">
            <a:xfrm>
              <a:off x="4202" y="2066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v</a:t>
              </a:r>
              <a:endParaRPr lang="en-US" altLang="zh-CN" i="1"/>
            </a:p>
          </p:txBody>
        </p:sp>
        <p:sp>
          <p:nvSpPr>
            <p:cNvPr id="69" name="Text Box 27"/>
            <p:cNvSpPr txBox="1">
              <a:spLocks noChangeArrowheads="1"/>
            </p:cNvSpPr>
            <p:nvPr/>
          </p:nvSpPr>
          <p:spPr bwMode="auto">
            <a:xfrm>
              <a:off x="4995" y="3744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u</a:t>
              </a:r>
              <a:endParaRPr lang="en-US" altLang="zh-CN" i="1"/>
            </a:p>
          </p:txBody>
        </p:sp>
        <p:sp>
          <p:nvSpPr>
            <p:cNvPr id="70" name="Line 29"/>
            <p:cNvSpPr>
              <a:spLocks noChangeShapeType="1"/>
            </p:cNvSpPr>
            <p:nvPr/>
          </p:nvSpPr>
          <p:spPr bwMode="auto">
            <a:xfrm flipV="1">
              <a:off x="4200" y="2184"/>
              <a:ext cx="0" cy="17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Box 70"/>
            <p:cNvSpPr txBox="1">
              <a:spLocks noChangeArrowheads="1"/>
            </p:cNvSpPr>
            <p:nvPr/>
          </p:nvSpPr>
          <p:spPr bwMode="auto">
            <a:xfrm>
              <a:off x="4800" y="2135"/>
              <a:ext cx="5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(</a:t>
              </a:r>
              <a:r>
                <a:rPr lang="en-US" altLang="zh-CN" i="1"/>
                <a:t>w</a:t>
              </a:r>
              <a:r>
                <a:rPr lang="en-US" altLang="zh-CN"/>
                <a:t>)</a:t>
              </a:r>
              <a:endParaRPr lang="en-US" altLang="zh-CN"/>
            </a:p>
          </p:txBody>
        </p:sp>
      </p:grpSp>
      <p:grpSp>
        <p:nvGrpSpPr>
          <p:cNvPr id="72" name="Group 98"/>
          <p:cNvGrpSpPr/>
          <p:nvPr/>
        </p:nvGrpSpPr>
        <p:grpSpPr bwMode="auto">
          <a:xfrm>
            <a:off x="1003569" y="4509861"/>
            <a:ext cx="1920875" cy="855663"/>
            <a:chOff x="844" y="2950"/>
            <a:chExt cx="1210" cy="539"/>
          </a:xfrm>
        </p:grpSpPr>
        <p:sp>
          <p:nvSpPr>
            <p:cNvPr id="73" name="Line 31"/>
            <p:cNvSpPr>
              <a:spLocks noChangeAspect="1" noChangeShapeType="1"/>
            </p:cNvSpPr>
            <p:nvPr/>
          </p:nvSpPr>
          <p:spPr bwMode="auto">
            <a:xfrm flipV="1">
              <a:off x="2016" y="3032"/>
              <a:ext cx="0" cy="45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34"/>
            <p:cNvSpPr>
              <a:spLocks noChangeShapeType="1"/>
            </p:cNvSpPr>
            <p:nvPr/>
          </p:nvSpPr>
          <p:spPr bwMode="auto">
            <a:xfrm>
              <a:off x="1316" y="3030"/>
              <a:ext cx="69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5" name="Object 68"/>
            <p:cNvGraphicFramePr/>
            <p:nvPr/>
          </p:nvGraphicFramePr>
          <p:xfrm>
            <a:off x="844" y="2950"/>
            <a:ext cx="433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14" imgW="837565" imgH="342900" progId="Equation.3">
                    <p:embed/>
                  </p:oleObj>
                </mc:Choice>
                <mc:Fallback>
                  <p:oleObj name="公式" r:id="rId14" imgW="837565" imgH="342900" progId="Equation.3">
                    <p:embed/>
                    <p:pic>
                      <p:nvPicPr>
                        <p:cNvPr id="0" name="Object 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" y="2950"/>
                          <a:ext cx="433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Oval 32"/>
            <p:cNvSpPr>
              <a:spLocks noChangeArrowheads="1"/>
            </p:cNvSpPr>
            <p:nvPr/>
          </p:nvSpPr>
          <p:spPr bwMode="auto">
            <a:xfrm>
              <a:off x="1986" y="3000"/>
              <a:ext cx="68" cy="6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" name="Group 94"/>
          <p:cNvGrpSpPr/>
          <p:nvPr/>
        </p:nvGrpSpPr>
        <p:grpSpPr bwMode="auto">
          <a:xfrm>
            <a:off x="1459182" y="5116286"/>
            <a:ext cx="1912937" cy="1036638"/>
            <a:chOff x="1131" y="3332"/>
            <a:chExt cx="1205" cy="653"/>
          </a:xfrm>
        </p:grpSpPr>
        <p:sp>
          <p:nvSpPr>
            <p:cNvPr id="78" name="Line 89"/>
            <p:cNvSpPr>
              <a:spLocks noChangeAspect="1" noChangeShapeType="1"/>
            </p:cNvSpPr>
            <p:nvPr/>
          </p:nvSpPr>
          <p:spPr bwMode="auto">
            <a:xfrm flipV="1">
              <a:off x="2017" y="3495"/>
              <a:ext cx="0" cy="31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19"/>
            <p:cNvSpPr txBox="1">
              <a:spLocks noChangeArrowheads="1"/>
            </p:cNvSpPr>
            <p:nvPr/>
          </p:nvSpPr>
          <p:spPr bwMode="auto">
            <a:xfrm>
              <a:off x="1913" y="3735"/>
              <a:ext cx="2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/>
                <a:t>x</a:t>
              </a:r>
              <a:endParaRPr lang="en-US" altLang="zh-CN" sz="2000" i="1"/>
            </a:p>
          </p:txBody>
        </p:sp>
        <p:sp>
          <p:nvSpPr>
            <p:cNvPr id="80" name="Text Box 20"/>
            <p:cNvSpPr txBox="1">
              <a:spLocks noChangeArrowheads="1"/>
            </p:cNvSpPr>
            <p:nvPr/>
          </p:nvSpPr>
          <p:spPr bwMode="auto">
            <a:xfrm>
              <a:off x="2059" y="3332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i="1"/>
                <a:t>z</a:t>
              </a:r>
              <a:endParaRPr lang="en-US" altLang="zh-CN" i="1"/>
            </a:p>
          </p:txBody>
        </p:sp>
        <p:sp>
          <p:nvSpPr>
            <p:cNvPr id="81" name="Text Box 21"/>
            <p:cNvSpPr txBox="1">
              <a:spLocks noChangeArrowheads="1"/>
            </p:cNvSpPr>
            <p:nvPr/>
          </p:nvSpPr>
          <p:spPr bwMode="auto">
            <a:xfrm>
              <a:off x="1131" y="3339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i="1"/>
                <a:t>y</a:t>
              </a:r>
              <a:endParaRPr lang="en-US" altLang="zh-CN" sz="2000" i="1"/>
            </a:p>
          </p:txBody>
        </p:sp>
        <p:sp>
          <p:nvSpPr>
            <p:cNvPr id="82" name="Line 4"/>
            <p:cNvSpPr>
              <a:spLocks noChangeShapeType="1"/>
            </p:cNvSpPr>
            <p:nvPr/>
          </p:nvSpPr>
          <p:spPr bwMode="auto">
            <a:xfrm>
              <a:off x="1308" y="3492"/>
              <a:ext cx="69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sysDot"/>
              <a:rou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Oval 18"/>
            <p:cNvSpPr>
              <a:spLocks noChangeArrowheads="1"/>
            </p:cNvSpPr>
            <p:nvPr/>
          </p:nvSpPr>
          <p:spPr bwMode="auto">
            <a:xfrm>
              <a:off x="1986" y="3462"/>
              <a:ext cx="68" cy="6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Inverse function of exponential function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            , then                 is called a logarithmic function, denoted as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Values of logarithmic function: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                                                              then it follows from              that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e^\omega=z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309112"/>
            <a:ext cx="852221" cy="204826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\omega=f(z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309112"/>
            <a:ext cx="1143000" cy="305410"/>
          </a:xfrm>
          <a:prstGeom prst="rect">
            <a:avLst/>
          </a:prstGeom>
        </p:spPr>
      </p:pic>
      <p:pic>
        <p:nvPicPr>
          <p:cNvPr id="46" name="图片 45" descr="\documentclass{article}&#10;\usepackage{amsmath}&#10;\pagestyle{empty}&#10;\begin{document}&#10;&#10;$\omega={\rm ln}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33" y="2687566"/>
            <a:ext cx="996696" cy="213970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$z=|z| {e}^{i \operatorname{arg} z}=r {e}^{i \theta}, \quad w=u+i v,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337517"/>
            <a:ext cx="4513478" cy="336499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e^\omega=z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789040"/>
            <a:ext cx="852221" cy="204826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{e}^u \cdot {e}^{i v}=r \cdot {e}^{i \theta}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3732348"/>
            <a:ext cx="1984248" cy="261518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\left\{\begin{array}{l}&#10;u=\ln r=\ln |z| \\&#10;v=\theta=\operatorname{arg} z&#10;\end{array}\right.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036" y="4308836"/>
            <a:ext cx="2364638" cy="729691"/>
          </a:xfrm>
          <a:prstGeom prst="rect">
            <a:avLst/>
          </a:prstGeom>
        </p:spPr>
      </p:pic>
      <p:sp>
        <p:nvSpPr>
          <p:cNvPr id="18" name="箭头: 右 17"/>
          <p:cNvSpPr/>
          <p:nvPr/>
        </p:nvSpPr>
        <p:spPr>
          <a:xfrm>
            <a:off x="1919330" y="456578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652120" y="4242070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Real part defined by modulus of  </a:t>
            </a:r>
            <a:endParaRPr lang="zh-CN" altLang="en-US" sz="16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652120" y="4580624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Imaginary part defined by argument of  </a:t>
            </a:r>
            <a:endParaRPr lang="zh-CN" altLang="en-US" sz="1600" dirty="0"/>
          </a:p>
        </p:txBody>
      </p:sp>
      <p:pic>
        <p:nvPicPr>
          <p:cNvPr id="30" name="图片 29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825" y="4381234"/>
            <a:ext cx="86563" cy="90221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4968043"/>
            <a:ext cx="86563" cy="90221"/>
          </a:xfrm>
          <a:prstGeom prst="rect">
            <a:avLst/>
          </a:prstGeom>
        </p:spPr>
      </p:pic>
      <p:sp>
        <p:nvSpPr>
          <p:cNvPr id="32" name="箭头: 右 31"/>
          <p:cNvSpPr/>
          <p:nvPr/>
        </p:nvSpPr>
        <p:spPr>
          <a:xfrm>
            <a:off x="5083333" y="436601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/>
          <p:cNvSpPr/>
          <p:nvPr/>
        </p:nvSpPr>
        <p:spPr>
          <a:xfrm>
            <a:off x="5083333" y="474829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/>
          <p:cNvSpPr/>
          <p:nvPr/>
        </p:nvSpPr>
        <p:spPr>
          <a:xfrm>
            <a:off x="555700" y="5683492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 descr="\documentclass{article}&#10;\usepackage{amsmath}&#10;\pagestyle{empty}&#10;\begin{document}&#10;&#10;$\begin{aligned}&#10;w &amp; =\operatorname{ln} z=\ln |z|+i \operatorname{arg} z \\&#10;&amp; =\ln |z|+i \operatorname{Arg} z+2 k \pi i, \quad(k=0, \pm 1, \pm 2, \cdots) &#10;\end{aligned}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25" y="5434778"/>
            <a:ext cx="6415430" cy="760781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" grpId="0"/>
      <p:bldP spid="28" grpId="0"/>
      <p:bldP spid="32" grpId="0" animBg="1"/>
      <p:bldP spid="33" grpId="0" animBg="1"/>
      <p:bldP spid="3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logarithmic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Multi-valued functions(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infinitely many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principal value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        is the one using the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principal argument value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often denoted as        </a:t>
            </a:r>
            <a:endParaRPr lang="en-US" altLang="zh-CN" sz="16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(positive real), the principal value of          is the real logarithmic function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a given   ,                       is called a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branch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the principal value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2" name="图片 21" descr="\documentclass{article}&#10;\usepackage{amsmath}&#10;\pagestyle{empty}&#10;\begin{document}&#10;&#10;$w=\operatorname{ln} z=\ln |z|+i \operatorname{Arg} z+2 k \pi i,(k=0, \pm 1, \pm 2, \cdots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5" y="2300869"/>
            <a:ext cx="6976873" cy="305410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\operatorname{ln} z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310" y="2666772"/>
            <a:ext cx="437084" cy="213970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{\rm Ln} 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717" y="3048660"/>
            <a:ext cx="491947" cy="210312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\operatorname{Ln} z=\ln |z|+i \operatorname{Arg} z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105" y="3384620"/>
            <a:ext cx="2809037" cy="305410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z=x&gt;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677" y="3788328"/>
            <a:ext cx="1265530" cy="213970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\operatorname{ln} z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227" y="3769119"/>
            <a:ext cx="437084" cy="213970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\ln x$&#10;&#10;&#10;\end{document}" title="IguanaTex Bitmap Display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141130"/>
            <a:ext cx="455371" cy="213970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operatorname{Ln}z+2k\pi i$&#10;&#10;&#10;\end{document}" title="IguanaTex Bitmap Display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4510477"/>
            <a:ext cx="1517904" cy="237744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k$&#10;&#10;&#10;\end{document}" title="IguanaTex Bitmap Display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231" y="4522364"/>
            <a:ext cx="138989" cy="21397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logarithmic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 defined at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Continuity: Each branch of the logarithmic function is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continuous except 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zero and on the negative real axis——Note            is only discontinuous at zero and on the negative real axis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251" y="1926202"/>
            <a:ext cx="687629" cy="206654"/>
          </a:xfrm>
          <a:prstGeom prst="rect">
            <a:avLst/>
          </a:prstGeom>
        </p:spPr>
      </p:pic>
      <p:sp>
        <p:nvSpPr>
          <p:cNvPr id="6" name="箭头: 左右 5"/>
          <p:cNvSpPr/>
          <p:nvPr/>
        </p:nvSpPr>
        <p:spPr>
          <a:xfrm>
            <a:off x="3676670" y="1935204"/>
            <a:ext cx="687629" cy="20665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\documentclass{article}&#10;\usepackage{amsmath}&#10;\pagestyle{empty}&#10;\begin{document}&#10;&#10;$e^z\neq 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926202"/>
            <a:ext cx="813816" cy="279806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\operatorname{Arg}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030071"/>
            <a:ext cx="687629" cy="276149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logarithmic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Analyticity: 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Each branch of the logarithmic function is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analytic except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at zero and on the negative real axis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(using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C-R equation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5" name="图片 14" descr="\documentclass{article}&#10;\usepackage{amsmath}&#10;\pagestyle{empty}&#10;\begin{document}&#10;&#10;$\begin{aligned}&#10;\operatorname{ln} z=&amp;\ln |z|+i \operatorname{Arg} z+2 k \pi i\\&#10;=&amp;\frac{1}{2}\ln(x^2+y^2)+i \operatorname{Arg} z+2 k \pi i&#10;\end{aligned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203" y="3082071"/>
            <a:ext cx="4707332" cy="1069850"/>
          </a:xfrm>
          <a:prstGeom prst="rect">
            <a:avLst/>
          </a:prstGeom>
        </p:spPr>
      </p:pic>
      <p:sp>
        <p:nvSpPr>
          <p:cNvPr id="16" name="Oval 17"/>
          <p:cNvSpPr/>
          <p:nvPr/>
        </p:nvSpPr>
        <p:spPr>
          <a:xfrm>
            <a:off x="5508104" y="3616996"/>
            <a:ext cx="792088" cy="46805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8"/>
          <p:cNvCxnSpPr/>
          <p:nvPr/>
        </p:nvCxnSpPr>
        <p:spPr>
          <a:xfrm>
            <a:off x="6012160" y="4085049"/>
            <a:ext cx="1440160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9"/>
          <p:cNvSpPr txBox="1"/>
          <p:nvPr/>
        </p:nvSpPr>
        <p:spPr>
          <a:xfrm>
            <a:off x="7452320" y="4229065"/>
            <a:ext cx="129614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Its partial derivative?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" name="图片 18" descr="\documentclass{article}&#10;\usepackage{amsmath}&#10;\usepackage{amssymb}&#10;\pagestyle{empty}&#10;\begin{document}&#10;&#10;\begin{align}&#10;{\rm Arg}~z=\left\{\begin{array}{cl}\arctan(\frac{y}{x}),&amp;x&gt;0,y \in\mathbb{R}\\&#10;\arctan(\frac{y}{x})+\pi,&amp;x&lt;0,y \geq0\\&#10;\arctan(\frac{y}{x})-\pi,&amp;x&lt;0,y &lt;0\\&#10;-\frac{\pi}{2},&amp;x=0,y &lt;0\\&#10;\frac{\pi}{2},&amp;x=0,y &gt;0\end{array}\right.\nonumber&#10;\end{align}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221" y="4381436"/>
            <a:ext cx="5418734" cy="1825142"/>
          </a:xfrm>
          <a:prstGeom prst="rect">
            <a:avLst/>
          </a:prstGeom>
        </p:spPr>
      </p:pic>
      <p:sp>
        <p:nvSpPr>
          <p:cNvPr id="20" name="箭头: 右 19"/>
          <p:cNvSpPr/>
          <p:nvPr/>
        </p:nvSpPr>
        <p:spPr>
          <a:xfrm>
            <a:off x="1043608" y="5185995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Image result for 哭脸表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15" y="4536043"/>
            <a:ext cx="1516385" cy="151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7308304" y="5410332"/>
            <a:ext cx="579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FF0000"/>
                </a:solidFill>
              </a:rPr>
              <a:t>?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logarithmic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Proof of analyticity (continued)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Maybe we can consider a different expression: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4" name="图片 43" descr="\documentclass{article}&#10;\usepackage{amsmath}&#10;\usepackage{amssymb}&#10;\pagestyle{empty}&#10;\begin{document}&#10;&#10;\begin{align}&#10;v(x,y)={\rm Arg}~z=\left\{\begin{array}{cl}\arccos(\frac{x}{\sqrt{x^2+y^2}}),&amp;y\geq 0\\&#10;-\arccos(\frac{x}{\sqrt{x^2+y^2}}),&amp;y&lt; 0\end{array}\right.\nonumber&#10;\end{align}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622" y="2740711"/>
            <a:ext cx="5675667" cy="989942"/>
          </a:xfrm>
          <a:prstGeom prst="rect">
            <a:avLst/>
          </a:prstGeom>
        </p:spPr>
      </p:pic>
      <p:sp>
        <p:nvSpPr>
          <p:cNvPr id="20" name="箭头: 右 19"/>
          <p:cNvSpPr/>
          <p:nvPr/>
        </p:nvSpPr>
        <p:spPr>
          <a:xfrm>
            <a:off x="801209" y="3183199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\documentclass{article}&#10;\usepackage{amsmath}&#10;\pagestyle{empty}&#10;\begin{document}&#10;&#10;$\frac{\partial v}{\partial x}=-\frac{y}{x^2+y^2},\quad\frac{\partial v}{\partial y}=\frac{x}{x^2+y^2},~y\neq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622" y="3933050"/>
            <a:ext cx="4617716" cy="420624"/>
          </a:xfrm>
          <a:prstGeom prst="rect">
            <a:avLst/>
          </a:prstGeom>
        </p:spPr>
      </p:pic>
      <p:sp>
        <p:nvSpPr>
          <p:cNvPr id="14" name="箭头: 右 13"/>
          <p:cNvSpPr/>
          <p:nvPr/>
        </p:nvSpPr>
        <p:spPr>
          <a:xfrm>
            <a:off x="801209" y="403535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/>
          <p:cNvSpPr/>
          <p:nvPr/>
        </p:nvSpPr>
        <p:spPr>
          <a:xfrm>
            <a:off x="826878" y="472058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 descr="\documentclass{article}&#10;\usepackage{amsmath}&#10;\pagestyle{empty}&#10;\begin{document}&#10;&#10;$u(x,y)=\frac{1}{2}\ln(x^2+y^2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756" y="4664915"/>
            <a:ext cx="2955340" cy="365760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\frac{\partial u}{\partial x}=\frac{x}{x^2+y^2},\quad\frac{\partial u}{\partial y}=\frac{y}{x^2+y^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757" y="5251160"/>
            <a:ext cx="3423511" cy="420624"/>
          </a:xfrm>
          <a:prstGeom prst="rect">
            <a:avLst/>
          </a:prstGeom>
        </p:spPr>
      </p:pic>
      <p:sp>
        <p:nvSpPr>
          <p:cNvPr id="36" name="箭头: 右 35"/>
          <p:cNvSpPr/>
          <p:nvPr/>
        </p:nvSpPr>
        <p:spPr>
          <a:xfrm>
            <a:off x="798344" y="5353461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4" grpId="0" animBg="1"/>
      <p:bldP spid="26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logarithmic function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Similar to real logarithmic functions: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 descr="\documentclass{article}&#10;\usepackage{amsmath}&#10;\pagestyle{empty}&#10;\begin{document}&#10;&#10;$\begin{aligned}&#10;&amp; \operatorname{ln}\left(z_1 z_2\right)=\operatorname{ln} z_1+\operatorname{ln} z_2 \\&#10;&amp; \operatorname{ln} \frac{z_1}{z_1}=\operatorname{ln} z_1-\operatorname{ln} z_2 .&#10;\end{aligned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317546"/>
            <a:ext cx="2993746" cy="1049731"/>
          </a:xfrm>
          <a:prstGeom prst="rect">
            <a:avLst/>
          </a:prstGeom>
        </p:spPr>
      </p:pic>
      <p:sp>
        <p:nvSpPr>
          <p:cNvPr id="8" name="TextBox 19"/>
          <p:cNvSpPr txBox="1"/>
          <p:nvPr/>
        </p:nvSpPr>
        <p:spPr>
          <a:xfrm>
            <a:off x="6012160" y="2684102"/>
            <a:ext cx="201622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sense of set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 the value and principal value of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;  (2)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2420888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Principal value: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Principal value: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39" name="图片 38" descr="\documentclass{article}&#10;\usepackage{amsmath}&#10;\pagestyle{empty}&#10;\begin{document}&#10;&#10;$\ln(-i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824709"/>
            <a:ext cx="923848" cy="356311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ln(1+i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742" y="1827914"/>
            <a:ext cx="1256690" cy="356311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&#10;\begin{aligned}&#10;\ln(-i)=&amp;\ln 1+i\operatorname{Arg}(-i)+2k\pi i\\&#10;=&amp;\ln 1+i\left(-\frac{\pi}{2}\right)+2k\pi i&#10;\end{aligned}&#10;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881" y="2548965"/>
            <a:ext cx="4217213" cy="1016815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\begin{aligned}&#10;\ln(1+i) &amp; =\ln |1+i|+i \operatorname{Arg} (1+i)+2 k \pi i \\&#10;&amp; =\ln \sqrt{2}+i\left(\frac{\pi}{4}\right)+2 k \pi i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390065"/>
            <a:ext cx="5468112" cy="1016813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\operatorname{Ln}(-i)=-\frac{\pi}{2} i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660005"/>
            <a:ext cx="1880006" cy="332842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\operatorname{Ln}(1+i)=\ln\sqrt{2}+ i\frac{\pi}{4}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5458653"/>
            <a:ext cx="2988259" cy="369418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 the value and principal value of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;  (2)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2420888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Principal value: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Principal value: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\ln(-1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824709"/>
            <a:ext cx="979322" cy="356311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\ln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242" y="1866809"/>
            <a:ext cx="503529" cy="24749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&#10;\begin{aligned}&#10;\ln(-1)=&amp;\ln 1+i\operatorname{Arg}(-1)+2k\pi i\\&#10;=&amp;(2k+1)\pi i&#10;\end{aligned}&#10;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1" y="2569727"/>
            <a:ext cx="4310482" cy="760782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\begin{aligned}&#10;\ln2 &amp; =\ln 2+i \operatorname{Arg} (2)+2 k \pi i \\&#10;&amp; =\ln 2+2 k \pi i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1" y="4437112"/>
            <a:ext cx="3686861" cy="709575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operatorname{Ln}(-1)=\pi i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660005"/>
            <a:ext cx="1651406" cy="305410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\operatorname{Ln}2=\ln2 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5512313"/>
            <a:ext cx="1397203" cy="212141"/>
          </a:xfrm>
          <a:prstGeom prst="rect">
            <a:avLst/>
          </a:prstGeom>
        </p:spPr>
      </p:pic>
      <p:sp>
        <p:nvSpPr>
          <p:cNvPr id="13" name="TextBox 19"/>
          <p:cNvSpPr txBox="1"/>
          <p:nvPr/>
        </p:nvSpPr>
        <p:spPr>
          <a:xfrm>
            <a:off x="6372200" y="2868844"/>
            <a:ext cx="244827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Logarithmic function has values for negative reals in complex domain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84320" y="4637862"/>
            <a:ext cx="2448272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complex domain, logarithm of positive reals also has multi values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Calculate derivatives of the following functions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(1)                              ;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(2)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2810877"/>
            <a:ext cx="7056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f(z)=\operatorname{Ln}(1+z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824709"/>
            <a:ext cx="2570987" cy="356311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g(z)=\operatorname{Ln} z^2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963" y="2239562"/>
            <a:ext cx="1888234" cy="381913"/>
          </a:xfrm>
          <a:prstGeom prst="rect">
            <a:avLst/>
          </a:prstGeom>
        </p:spPr>
      </p:pic>
      <p:grpSp>
        <p:nvGrpSpPr>
          <p:cNvPr id="14" name="Group 76"/>
          <p:cNvGrpSpPr/>
          <p:nvPr/>
        </p:nvGrpSpPr>
        <p:grpSpPr bwMode="auto">
          <a:xfrm>
            <a:off x="5556274" y="2281972"/>
            <a:ext cx="2030362" cy="2030362"/>
            <a:chOff x="3518" y="552"/>
            <a:chExt cx="1814" cy="1814"/>
          </a:xfrm>
        </p:grpSpPr>
        <p:sp>
          <p:nvSpPr>
            <p:cNvPr id="15" name="Oval 38"/>
            <p:cNvSpPr>
              <a:spLocks noChangeAspect="1" noChangeArrowheads="1"/>
            </p:cNvSpPr>
            <p:nvPr/>
          </p:nvSpPr>
          <p:spPr bwMode="auto">
            <a:xfrm>
              <a:off x="3518" y="552"/>
              <a:ext cx="1814" cy="1814"/>
            </a:xfrm>
            <a:prstGeom prst="ellipse">
              <a:avLst/>
            </a:prstGeom>
            <a:gradFill rotWithShape="0">
              <a:gsLst>
                <a:gs pos="0">
                  <a:srgbClr val="FFCC99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41"/>
            <p:cNvSpPr>
              <a:spLocks noChangeAspect="1" noChangeShapeType="1"/>
            </p:cNvSpPr>
            <p:nvPr/>
          </p:nvSpPr>
          <p:spPr bwMode="auto">
            <a:xfrm>
              <a:off x="4438" y="749"/>
              <a:ext cx="0" cy="1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54"/>
            <p:cNvGrpSpPr/>
            <p:nvPr/>
          </p:nvGrpSpPr>
          <p:grpSpPr bwMode="auto">
            <a:xfrm>
              <a:off x="3714" y="1415"/>
              <a:ext cx="541" cy="67"/>
              <a:chOff x="3612" y="3017"/>
              <a:chExt cx="541" cy="67"/>
            </a:xfrm>
          </p:grpSpPr>
          <p:sp>
            <p:nvSpPr>
              <p:cNvPr id="24" name="Rectangle 52"/>
              <p:cNvSpPr>
                <a:spLocks noChangeArrowheads="1"/>
              </p:cNvSpPr>
              <p:nvPr/>
            </p:nvSpPr>
            <p:spPr bwMode="auto">
              <a:xfrm>
                <a:off x="3615" y="3019"/>
                <a:ext cx="533" cy="6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53"/>
              <p:cNvSpPr>
                <a:spLocks noChangeShapeType="1"/>
              </p:cNvSpPr>
              <p:nvPr/>
            </p:nvSpPr>
            <p:spPr bwMode="auto">
              <a:xfrm flipV="1">
                <a:off x="4144" y="3017"/>
                <a:ext cx="0" cy="67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48"/>
              <p:cNvSpPr>
                <a:spLocks noChangeShapeType="1"/>
              </p:cNvSpPr>
              <p:nvPr/>
            </p:nvSpPr>
            <p:spPr bwMode="auto">
              <a:xfrm>
                <a:off x="3612" y="3018"/>
                <a:ext cx="54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49"/>
              <p:cNvSpPr>
                <a:spLocks noChangeShapeType="1"/>
              </p:cNvSpPr>
              <p:nvPr/>
            </p:nvSpPr>
            <p:spPr bwMode="auto">
              <a:xfrm>
                <a:off x="3779" y="3019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50"/>
              <p:cNvSpPr>
                <a:spLocks noChangeShapeType="1"/>
              </p:cNvSpPr>
              <p:nvPr/>
            </p:nvSpPr>
            <p:spPr bwMode="auto">
              <a:xfrm>
                <a:off x="3613" y="3083"/>
                <a:ext cx="54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51"/>
              <p:cNvSpPr>
                <a:spLocks noChangeShapeType="1"/>
              </p:cNvSpPr>
              <p:nvPr/>
            </p:nvSpPr>
            <p:spPr bwMode="auto">
              <a:xfrm flipH="1">
                <a:off x="3778" y="3084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40"/>
            <p:cNvSpPr>
              <a:spLocks noChangeAspect="1" noChangeShapeType="1"/>
            </p:cNvSpPr>
            <p:nvPr/>
          </p:nvSpPr>
          <p:spPr bwMode="auto">
            <a:xfrm flipV="1">
              <a:off x="3715" y="1450"/>
              <a:ext cx="14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" name="Object 56"/>
            <p:cNvGraphicFramePr>
              <a:graphicFrameLocks noChangeAspect="1"/>
            </p:cNvGraphicFramePr>
            <p:nvPr/>
          </p:nvGraphicFramePr>
          <p:xfrm>
            <a:off x="4144" y="1515"/>
            <a:ext cx="17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5" imgW="355600" imgH="342900" progId="Equation.3">
                    <p:embed/>
                  </p:oleObj>
                </mc:Choice>
                <mc:Fallback>
                  <p:oleObj name="公式" r:id="rId5" imgW="355600" imgH="34290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" y="1515"/>
                          <a:ext cx="179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57"/>
            <p:cNvGraphicFramePr/>
            <p:nvPr/>
          </p:nvGraphicFramePr>
          <p:xfrm>
            <a:off x="4565" y="1132"/>
            <a:ext cx="22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7" imgW="355600" imgH="368300" progId="Equation.3">
                    <p:embed/>
                  </p:oleObj>
                </mc:Choice>
                <mc:Fallback>
                  <p:oleObj name="公式" r:id="rId7" imgW="355600" imgH="368300" progId="Equation.3">
                    <p:embed/>
                    <p:pic>
                      <p:nvPicPr>
                        <p:cNvPr id="0" name="Object 5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5" y="1132"/>
                          <a:ext cx="224" cy="2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77"/>
          <p:cNvGrpSpPr/>
          <p:nvPr/>
        </p:nvGrpSpPr>
        <p:grpSpPr bwMode="auto">
          <a:xfrm>
            <a:off x="5522787" y="4189851"/>
            <a:ext cx="2126156" cy="2126156"/>
            <a:chOff x="3523" y="2303"/>
            <a:chExt cx="1814" cy="1814"/>
          </a:xfrm>
        </p:grpSpPr>
        <p:sp>
          <p:nvSpPr>
            <p:cNvPr id="31" name="Oval 58"/>
            <p:cNvSpPr>
              <a:spLocks noChangeAspect="1" noChangeArrowheads="1"/>
            </p:cNvSpPr>
            <p:nvPr/>
          </p:nvSpPr>
          <p:spPr bwMode="auto">
            <a:xfrm>
              <a:off x="3523" y="2303"/>
              <a:ext cx="1814" cy="1814"/>
            </a:xfrm>
            <a:prstGeom prst="ellipse">
              <a:avLst/>
            </a:prstGeom>
            <a:gradFill rotWithShape="0">
              <a:gsLst>
                <a:gs pos="0">
                  <a:srgbClr val="FFCC99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61"/>
            <p:cNvSpPr>
              <a:spLocks noChangeArrowheads="1"/>
            </p:cNvSpPr>
            <p:nvPr/>
          </p:nvSpPr>
          <p:spPr bwMode="auto">
            <a:xfrm rot="5400000">
              <a:off x="4089" y="2846"/>
              <a:ext cx="704" cy="6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62"/>
            <p:cNvSpPr>
              <a:spLocks noChangeShapeType="1"/>
            </p:cNvSpPr>
            <p:nvPr/>
          </p:nvSpPr>
          <p:spPr bwMode="auto">
            <a:xfrm rot="5400000" flipV="1">
              <a:off x="4440" y="3190"/>
              <a:ext cx="0" cy="6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63"/>
            <p:cNvSpPr>
              <a:spLocks noChangeShapeType="1"/>
            </p:cNvSpPr>
            <p:nvPr/>
          </p:nvSpPr>
          <p:spPr bwMode="auto">
            <a:xfrm rot="5400000">
              <a:off x="4116" y="2878"/>
              <a:ext cx="71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64"/>
            <p:cNvSpPr>
              <a:spLocks noChangeShapeType="1"/>
            </p:cNvSpPr>
            <p:nvPr/>
          </p:nvSpPr>
          <p:spPr bwMode="auto">
            <a:xfrm rot="5400000">
              <a:off x="4426" y="2818"/>
              <a:ext cx="9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65"/>
            <p:cNvSpPr>
              <a:spLocks noChangeShapeType="1"/>
            </p:cNvSpPr>
            <p:nvPr/>
          </p:nvSpPr>
          <p:spPr bwMode="auto">
            <a:xfrm rot="5400000">
              <a:off x="4051" y="2879"/>
              <a:ext cx="71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66"/>
            <p:cNvSpPr>
              <a:spLocks noChangeShapeType="1"/>
            </p:cNvSpPr>
            <p:nvPr/>
          </p:nvSpPr>
          <p:spPr bwMode="auto">
            <a:xfrm rot="5400000" flipH="1">
              <a:off x="4361" y="2816"/>
              <a:ext cx="91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67"/>
            <p:cNvSpPr>
              <a:spLocks noChangeAspect="1" noChangeShapeType="1"/>
            </p:cNvSpPr>
            <p:nvPr/>
          </p:nvSpPr>
          <p:spPr bwMode="auto">
            <a:xfrm flipV="1">
              <a:off x="3720" y="3213"/>
              <a:ext cx="146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" name="Object 69"/>
            <p:cNvGraphicFramePr/>
            <p:nvPr/>
          </p:nvGraphicFramePr>
          <p:xfrm>
            <a:off x="4566" y="2895"/>
            <a:ext cx="232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公式" r:id="rId9" imgW="368300" imgH="368300" progId="Equation.3">
                    <p:embed/>
                  </p:oleObj>
                </mc:Choice>
                <mc:Fallback>
                  <p:oleObj name="公式" r:id="rId9" imgW="368300" imgH="368300" progId="Equation.3">
                    <p:embed/>
                    <p:pic>
                      <p:nvPicPr>
                        <p:cNvPr id="0" name="Object 6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6" y="2895"/>
                          <a:ext cx="232" cy="2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Line 59"/>
            <p:cNvSpPr>
              <a:spLocks noChangeAspect="1" noChangeShapeType="1"/>
            </p:cNvSpPr>
            <p:nvPr/>
          </p:nvSpPr>
          <p:spPr bwMode="auto">
            <a:xfrm>
              <a:off x="4443" y="2512"/>
              <a:ext cx="0" cy="1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42" name="图片 41" descr="\documentclass{article}&#10;\usepackage{amsmath}&#10;\pagestyle{empty}&#10;\begin{document}&#10;&#10;$f^\prime(z)=\frac{1}{1+z}, \forall z\in D_1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70" y="2918987"/>
            <a:ext cx="2734056" cy="391363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f^\prime(z)=\frac{1}{z^2}\cdot 2z=\frac{2}{z}, \forall z\in D_2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89" y="4370210"/>
            <a:ext cx="3679546" cy="367589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81000" y="1600200"/>
            <a:ext cx="7863408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anose="020B0604020202090204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9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2" name="Group 51"/>
          <p:cNvGrpSpPr/>
          <p:nvPr/>
        </p:nvGrpSpPr>
        <p:grpSpPr bwMode="auto">
          <a:xfrm>
            <a:off x="1921063" y="3035779"/>
            <a:ext cx="5301873" cy="786442"/>
            <a:chOff x="1296" y="1824"/>
            <a:chExt cx="2976" cy="432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0000"/>
              </a:solidFill>
              <a:round/>
            </a:ln>
            <a:effectLst>
              <a:outerShdw dist="99190" dir="2388334" algn="ctr" rotWithShape="0">
                <a:srgbClr val="DDDDDD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4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rgbClr val="FF0000"/>
            </a:solidFill>
            <a:ln w="25400" algn="ctr">
              <a:solidFill>
                <a:srgbClr val="FFFFFF"/>
              </a:solidFill>
              <a:miter lim="800000"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  <p:sp>
          <p:nvSpPr>
            <p:cNvPr id="5" name="Text Box 54"/>
            <p:cNvSpPr txBox="1">
              <a:spLocks noChangeArrowheads="1"/>
            </p:cNvSpPr>
            <p:nvPr/>
          </p:nvSpPr>
          <p:spPr bwMode="gray">
            <a:xfrm>
              <a:off x="1747" y="1902"/>
              <a:ext cx="252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400" b="1" kern="0" dirty="0">
                  <a:solidFill>
                    <a:srgbClr val="17347D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Elementary Functions 2</a:t>
              </a:r>
              <a:endParaRPr lang="en-US" altLang="en-US" sz="2400" b="1" kern="0" dirty="0">
                <a:solidFill>
                  <a:srgbClr val="17347D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6" name="Text Box 55"/>
            <p:cNvSpPr txBox="1">
              <a:spLocks noChangeArrowheads="1"/>
            </p:cNvSpPr>
            <p:nvPr/>
          </p:nvSpPr>
          <p:spPr bwMode="gray">
            <a:xfrm>
              <a:off x="1403" y="1902"/>
              <a:ext cx="202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</a:rPr>
                <a:t>3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19"/>
    </mc:Choice>
    <mc:Fallback>
      <p:transition spd="slow" advTm="581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Power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power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Power of a complex number                     is defined as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Additionally, we define that              if    is a positive real number and            (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is mainly to make the definition compatible with real power functions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Principal value of      is defined as 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z=x+iy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53349"/>
            <a:ext cx="1345997" cy="26334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z^c=e^{c \ln z},z\neq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837" y="2388773"/>
            <a:ext cx="2181758" cy="32186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z^c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063350"/>
            <a:ext cx="811987" cy="208483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c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112067"/>
            <a:ext cx="120701" cy="135331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z=0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429000"/>
            <a:ext cx="687629" cy="206654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z^c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4147359"/>
            <a:ext cx="248717" cy="204826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e^{c\operatorname{Ln}z}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726" y="4103807"/>
            <a:ext cx="716890" cy="257861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Power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power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c is a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positive integer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                                   (single-valued),       is analytic everywhere in the complex plane and 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c is a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negative integer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(single-valued),     is analytic except zero and </a:t>
            </a:r>
            <a:endParaRPr lang="en-US" altLang="zh-HK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c equals zero: 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z^n=e^{n\ln z}=e^{n \operatorname{Ln}z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916832"/>
            <a:ext cx="2604211" cy="259690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^c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341041"/>
            <a:ext cx="248717" cy="204826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(z^c)^\prime=c z^{c-1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628005"/>
            <a:ext cx="1662379" cy="327355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z^{-n}=\frac{1}{z^n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582" y="2995938"/>
            <a:ext cx="1212494" cy="367589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z^c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3077319"/>
            <a:ext cx="248717" cy="204826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(z^c)^\prime=c z^{c-1}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363527"/>
            <a:ext cx="1662379" cy="327355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z^0=1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761560"/>
            <a:ext cx="810158" cy="252374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Power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power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c is a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rational number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                    (finitely many valued),  where            is a positive integer. In this case, the power function is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analytic except 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zero and on the negative real axis with                        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c is an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irrational or a complex number(               )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(infinitely many valued),     is analytic except zero and on the negative real axis with</a:t>
            </a:r>
            <a:endParaRPr lang="en-US" altLang="zh-HK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z^{\frac{m}{n}}=\sqrt[n]{z^m}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916832"/>
            <a:ext cx="1508760" cy="309068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z^c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259" y="3787319"/>
            <a:ext cx="248717" cy="204826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(z^c)^\prime=c z^{c-1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082717"/>
            <a:ext cx="1662379" cy="327355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n\geq 1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301284"/>
            <a:ext cx="707746" cy="24505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(z^c)^\prime=c z^{c-1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996952"/>
            <a:ext cx="1662379" cy="327355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{\rm Im}z\neq0$&#10;&#10;&#10;\end{document}" title="IguanaTex Bitmap Display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424386"/>
            <a:ext cx="1055219" cy="279806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 the value and principal value of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(1)    ;  (2)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2420888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Principal value: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Principal value: </a:t>
            </a:r>
            <a:endParaRPr lang="en-US" altLang="zh-CN" sz="2400" dirty="0"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i^i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854395"/>
            <a:ext cx="200558" cy="29657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1^{\sqrt{2}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984" y="1800976"/>
            <a:ext cx="520598" cy="347776"/>
          </a:xfrm>
          <a:prstGeom prst="rect">
            <a:avLst/>
          </a:prstGeom>
        </p:spPr>
      </p:pic>
      <p:sp>
        <p:nvSpPr>
          <p:cNvPr id="13" name="TextBox 19 1"/>
          <p:cNvSpPr txBox="1"/>
          <p:nvPr/>
        </p:nvSpPr>
        <p:spPr>
          <a:xfrm>
            <a:off x="6372200" y="2868844"/>
            <a:ext cx="244827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Power of two pure imaginaries is a positive real!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" name="TextBox 19 2"/>
          <p:cNvSpPr txBox="1"/>
          <p:nvPr/>
        </p:nvSpPr>
        <p:spPr>
          <a:xfrm>
            <a:off x="3851920" y="5611125"/>
            <a:ext cx="367240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complex domain, power of 1 may be not merely equal to 1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2" name="图片 21" descr="\documentclass{article}&#10;\usepackage{amsmath}&#10;\pagestyle{empty}&#10;\begin{document}&#10;&#10;$\begin{aligned}&#10;i^i=&amp;\mathrm{e}^{i \operatorname{Ln} i}=\mathrm{e}^{i\left(\frac{\pi}{2} i+2 k \pi i\right)}\\&#10;=&amp;\mathrm{e}^{-\left(\frac{\pi}{2}+2 k \pi\right)},(k=0, \pm 1, \pm 2, \cdots)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86098"/>
            <a:ext cx="4540911" cy="982067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e^{-\frac{\pi}{2}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662329"/>
            <a:ext cx="486461" cy="259690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\begin{aligned}&#10;{1}^{\sqrt{2}} &amp; ={e}^{\sqrt{2} \operatorname{Ln} 1}={e}^{\sqrt{2}[0+i(0+2 k \pi)]}={e}^{2 \sqrt{2} k \pi i} \\&#10;&amp; =\cos (2 \sqrt{2} k \pi)+i \sin (2 \sqrt{2} k \pi), \quad(k=0, \pm 1, \pm 2, \cdots)&#10;\end{aligned}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4358833"/>
            <a:ext cx="7412127" cy="910742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1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512" y="5487132"/>
            <a:ext cx="100584" cy="201168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Trigonometric</a:t>
            </a:r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Trigonometric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Motivation: it follows from Euler’s formula that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cosine function</a:t>
            </a:r>
            <a:endParaRPr lang="en-US" altLang="zh-HK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sine function</a:t>
            </a:r>
            <a:endParaRPr lang="en-US" altLang="zh-HK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Other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trigonometric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cos \theta=\frac{1}{2}\left(\mathrm{e}^{i \theta}+\mathrm{e}^{-i \theta}\right), \quad \sin \theta=\frac{1}{2 i}\left(\mathrm{e}^{i \theta}-\mathrm{e}^{-i \theta}\right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10738"/>
            <a:ext cx="6111850" cy="367589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\cos z=\frac{1}{2}\left(\mathrm{e}^{i z}+\mathrm{e}^{-i z}\right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325170"/>
            <a:ext cx="2766974" cy="367589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\sin z=\frac{1}{2 i}\left(\mathrm{e}^{i z}-\mathrm{e}^{-i z}\right)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102067"/>
            <a:ext cx="2818181" cy="367589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begin{aligned}&#10;&amp; \tan z=\frac{\sin z}{\cos z}, \quad \cot z=\frac{\cos z}{\sin z} \\&#10;&amp; \sec z=\frac{1}{\cos z}, \quad \csc z=\frac{1}{\sin z}&#10;\end{aligned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834" y="4878964"/>
            <a:ext cx="3829507" cy="1349654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Trigonometric</a:t>
            </a:r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trigonometric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Periodicity: same to the real cases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Derivatives:</a:t>
            </a:r>
            <a:endParaRPr lang="en-US" altLang="zh-HK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Most of the formula for real 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trigonometric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 still hold</a:t>
            </a:r>
            <a:endParaRPr lang="en-US" altLang="zh-HK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 bounded, i.e.,                                         does not hold for complex case 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Clr>
                <a:srgbClr val="C00000"/>
              </a:buClr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" name="图片 9" descr="\documentclass{article}&#10;\usepackage{amsmath}&#10;\pagestyle{empty}&#10;\begin{document}&#10;&#10;$\cos(z+2k\pi)=\cos z,\quad\sin(z+2k\pi)=\sin z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289169"/>
            <a:ext cx="5725972" cy="30541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(\cos z)^{\prime}=-\sin z, \quad(\sin z)^{\prime}=\cos z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019282"/>
            <a:ext cx="4515307" cy="30541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|\cos z|\leq1 ,~|\sin z|\leq1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7" y="4509120"/>
            <a:ext cx="2918765" cy="3054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Find the value of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(1)         ;  (2)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2420888"/>
            <a:ext cx="705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\cos i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5" y="1854395"/>
            <a:ext cx="627277" cy="236829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sin(1+2i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661" y="1836943"/>
            <a:ext cx="1572463" cy="356311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begin{aligned}&#10;\sin (1+2 i) &amp; =\frac{{e}^{i(1+2 i)}-{e}^{-i(1+2 i)}}{2 i} \\&#10;&amp; =\frac{{e}^{-2}(\cos 1+i \sin 1)-{e}^2(\cos 1-i \sin 1)}{2 i} \\&#10;&amp; =\frac{{e}^2+{e}^{-2}}{2} \sin 1+i \frac{{e}^2-{e}^{-2}}{2} \cos 1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37" y="3789040"/>
            <a:ext cx="6828739" cy="2249424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cos i=\frac{{e}^{i i}+{e}^{-i i}}{2}=\frac{{e}^{-1}+{e}^2}{2}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37" y="2796196"/>
            <a:ext cx="3226003" cy="4187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Solve the following equations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(1)                 ;  (2)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544" y="2420888"/>
            <a:ext cx="7056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(1)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                                           and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(2) 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cs typeface="Times New Roman" panose="02020503050405090304" pitchFamily="18" charset="0"/>
              </a:rPr>
              <a:t>                      and</a:t>
            </a: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endParaRPr lang="en-US" altLang="zh-CN" sz="2400" dirty="0">
              <a:solidFill>
                <a:srgbClr val="FF0000"/>
              </a:solidFill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cos z=5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6" y="1854395"/>
            <a:ext cx="1335631" cy="241096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\cos z=0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56055"/>
            <a:ext cx="1339901" cy="24109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e^{2 i z}-10 e^{i z}+1=0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886166"/>
            <a:ext cx="2585923" cy="277978"/>
          </a:xfrm>
          <a:prstGeom prst="rect">
            <a:avLst/>
          </a:prstGeom>
        </p:spPr>
      </p:pic>
      <p:sp>
        <p:nvSpPr>
          <p:cNvPr id="13" name="箭头: 右 12"/>
          <p:cNvSpPr/>
          <p:nvPr/>
        </p:nvSpPr>
        <p:spPr>
          <a:xfrm>
            <a:off x="457547" y="3457865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\documentclass{article}&#10;\usepackage{amsmath}&#10;\pagestyle{empty}&#10;\begin{document}&#10;&#10;$e^{i z}=e^{-y+i x}=5 \pm \sqrt{25-1}=9.899 \text { and } 0.101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90" y="3413172"/>
            <a:ext cx="6108192" cy="305410"/>
          </a:xfrm>
          <a:prstGeom prst="rect">
            <a:avLst/>
          </a:prstGeom>
        </p:spPr>
      </p:pic>
      <p:sp>
        <p:nvSpPr>
          <p:cNvPr id="18" name="箭头: 右 17"/>
          <p:cNvSpPr/>
          <p:nvPr/>
        </p:nvSpPr>
        <p:spPr>
          <a:xfrm>
            <a:off x="457547" y="396925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\documentclass{article}&#10;\usepackage{amsmath}&#10;\pagestyle{empty}&#10;\begin{document}&#10;&#10;$e^{-y}=9.899 {\text ~or~} 0.101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02" y="4014973"/>
            <a:ext cx="2723083" cy="208483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e^{ix}=1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69253"/>
            <a:ext cx="899770" cy="254203"/>
          </a:xfrm>
          <a:prstGeom prst="rect">
            <a:avLst/>
          </a:prstGeom>
        </p:spPr>
      </p:pic>
      <p:sp>
        <p:nvSpPr>
          <p:cNvPr id="25" name="箭头: 右 24"/>
          <p:cNvSpPr/>
          <p:nvPr/>
        </p:nvSpPr>
        <p:spPr>
          <a:xfrm>
            <a:off x="5652120" y="402103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 descr="\documentclass{article}&#10;\usepackage{amsmath}&#10;\pagestyle{empty}&#10;\begin{document}&#10;&#10;$e^{2iz}+1=0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02" y="4419953"/>
            <a:ext cx="1543507" cy="277978"/>
          </a:xfrm>
          <a:prstGeom prst="rect">
            <a:avLst/>
          </a:prstGeom>
        </p:spPr>
      </p:pic>
      <p:sp>
        <p:nvSpPr>
          <p:cNvPr id="28" name="箭头: 右 27"/>
          <p:cNvSpPr/>
          <p:nvPr/>
        </p:nvSpPr>
        <p:spPr>
          <a:xfrm>
            <a:off x="2863553" y="4461399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 descr="\documentclass{article}&#10;\usepackage{amsmath}&#10;\pagestyle{empty}&#10;\begin{document}&#10;&#10;$e^{2i z}=e^{-2y+2i x}=-1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4412412"/>
            <a:ext cx="2777947" cy="254204"/>
          </a:xfrm>
          <a:prstGeom prst="rect">
            <a:avLst/>
          </a:prstGeom>
        </p:spPr>
      </p:pic>
      <p:sp>
        <p:nvSpPr>
          <p:cNvPr id="30" name="箭头: 右 29"/>
          <p:cNvSpPr/>
          <p:nvPr/>
        </p:nvSpPr>
        <p:spPr>
          <a:xfrm>
            <a:off x="467544" y="5115600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 descr="\documentclass{article}&#10;\usepackage{amsmath}&#10;\pagestyle{empty}&#10;\begin{document}&#10;&#10;$e^{-y}=1 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24" y="5107842"/>
            <a:ext cx="996696" cy="204825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e^{2ix}=-1 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5083153"/>
            <a:ext cx="1258214" cy="254202"/>
          </a:xfrm>
          <a:prstGeom prst="rect">
            <a:avLst/>
          </a:prstGeom>
        </p:spPr>
      </p:pic>
      <p:sp>
        <p:nvSpPr>
          <p:cNvPr id="39" name="箭头: 右 38"/>
          <p:cNvSpPr/>
          <p:nvPr/>
        </p:nvSpPr>
        <p:spPr>
          <a:xfrm>
            <a:off x="467544" y="5673224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 descr="\documentclass{article}&#10;\usepackage{amsmath}&#10;\pagestyle{empty}&#10;\begin{document}&#10;&#10;$y=0,~x=\frac{\pi}{2}+k\pi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885" y="5624905"/>
            <a:ext cx="2456078" cy="316382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6156176" y="389393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?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25" grpId="0" animBg="1"/>
      <p:bldP spid="28" grpId="0" animBg="1"/>
      <p:bldP spid="30" grpId="0" animBg="1"/>
      <p:bldP spid="39" grpId="0" animBg="1"/>
      <p:bldP spid="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Prove that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 descr="\documentclass{article}&#10;\usepackage{amsmath}&#10;\pagestyle{empty}&#10;\begin{document}&#10;&#10;$\cos^2z+\sin^2z=1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390124"/>
            <a:ext cx="2357323" cy="294437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\begin{aligned}&#10;&amp; \text { L.H.S }=\left(\frac{e^{\mathrm{i} z}+e^{-\mathrm{i} z}}{2}\right)^2+\left(\frac{e^{\mathrm{i} z}-e^{-\mathrm{i} z}}{2 \mathrm{i}}\right)^2 \\&#10;&amp; =\frac{e^{2 \mathrm{i} z}+e^{-2 \mathrm{i} z}+2}{4}-\frac{e^{2 \mathrm{i} z}+e^{-2 \mathrm{i} z}-2}{4}=1&#10;\end{aligned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071" y="2564904"/>
            <a:ext cx="5437022" cy="16002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88" y="1270284"/>
            <a:ext cx="76435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Prove the following relation for complex trigonometric functions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sin \left(z_1+z_2\right)=\sin \left(z_1\right) \cos \left(z_2\right)+\cos \left(z_1\right) \sin \left(z_2\right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981" y="2286163"/>
            <a:ext cx="6238037" cy="305410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\begin{array}{r}&#10;\text {  L.H.S. }=\frac{e^{\mathrm{i}\left(z_1+z_2\right)}-e^{-\mathrm{i}\left(z_1+z_2\right)}}{2 \mathrm{i}}=\frac{e^{\mathrm{i} z_1} e^{\mathrm{i} z_2}-e^{-\mathrm{i} z_1} e^{-\mathrm{i} z_2}}{2 \mathrm{i}} \\&#10;=\frac{\left(e^{\mathrm{i} z_1} e^{\mathrm{i} z_2}+e^{-\mathrm{i} z_1} e^{\mathrm{i} z_2}\right)-\left(e^{-\mathrm{i} z_1} e^{\mathrm{i} z_2}+e^{-\mathrm{i} z_1} e^{-\mathrm{i} z_2}\right)}{2 \mathrm{i}} \\&#10;=\frac{2 \cos \left(z_1\right) \cdot\left(\cos \left(z_2\right)+\mathrm{i} \sin \left(z_2\right)\right)-2 \cos \left(z_2\right) \cdot\left(\cos \left(z_1\right)-\mathrm{i} \sin \left(z_1\right)\right)}{2 \mathrm{i}} \\&#10;=\sin \left(z_1\right) \cos \left(z_2\right)+\cos \left(z_1\right) \sin \left(z_2\right)=\text { R.H.S. }&#10;\end{array}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129" y="3284984"/>
            <a:ext cx="6420917" cy="1689811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Inverse Trigonometric</a:t>
            </a:r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inverse trigonometric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Inverse </a:t>
            </a:r>
            <a:r>
              <a:rPr lang="en-US" altLang="zh-HK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cosine</a:t>
            </a: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function: if                 , then     is inverse cosine function of   , denoted by                       . The other inverse functions can be defined similarly.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Calculation: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Clr>
                <a:srgbClr val="C00000"/>
              </a:buClr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Homework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Prove that 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\cos \omega =z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015756"/>
            <a:ext cx="1196035" cy="135331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\omega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015756"/>
            <a:ext cx="181051" cy="135331"/>
          </a:xfrm>
          <a:prstGeom prst="rect">
            <a:avLst/>
          </a:prstGeom>
        </p:spPr>
      </p:pic>
      <p:pic>
        <p:nvPicPr>
          <p:cNvPr id="9" name="图片 8" descr="\documentclass{article}&#10;\usepackage{amsmath}&#10;\pagestyle{empty}&#10;\begin{document}&#10;&#10;$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373969"/>
            <a:ext cx="129845" cy="135331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\omega=\arccos z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125" y="2359403"/>
            <a:ext cx="1607515" cy="135331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z=\cos w=\frac{1}{2}\left( {e}^{i w}+ {e}^{-i w}\right)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550905"/>
            <a:ext cx="3518611" cy="367589"/>
          </a:xfrm>
          <a:prstGeom prst="rect">
            <a:avLst/>
          </a:prstGeom>
        </p:spPr>
      </p:pic>
      <p:sp>
        <p:nvSpPr>
          <p:cNvPr id="17" name="箭头: 右 16"/>
          <p:cNvSpPr/>
          <p:nvPr/>
        </p:nvSpPr>
        <p:spPr>
          <a:xfrm>
            <a:off x="4881985" y="363134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 descr="\documentclass{article}&#10;\usepackage{amsmath}&#10;\pagestyle{empty}&#10;\begin{document}&#10;&#10;$\left( {e}^{i w}\right)^2-2 z  {e}^{i w}+1=0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231" y="3498073"/>
            <a:ext cx="2962656" cy="429768"/>
          </a:xfrm>
          <a:prstGeom prst="rect">
            <a:avLst/>
          </a:prstGeom>
        </p:spPr>
      </p:pic>
      <p:sp>
        <p:nvSpPr>
          <p:cNvPr id="21" name="箭头: 右 20"/>
          <p:cNvSpPr/>
          <p:nvPr/>
        </p:nvSpPr>
        <p:spPr>
          <a:xfrm>
            <a:off x="467544" y="419377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 descr="\documentclass{article}&#10;\usepackage{amsmath}&#10;\pagestyle{empty}&#10;\begin{document}&#10;&#10;$ {e}^{i w}=z+\sqrt{z^2-1}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149080"/>
            <a:ext cx="2408530" cy="305410"/>
          </a:xfrm>
          <a:prstGeom prst="rect">
            <a:avLst/>
          </a:prstGeom>
        </p:spPr>
      </p:pic>
      <p:sp>
        <p:nvSpPr>
          <p:cNvPr id="26" name="箭头: 右 25"/>
          <p:cNvSpPr/>
          <p:nvPr/>
        </p:nvSpPr>
        <p:spPr>
          <a:xfrm>
            <a:off x="3995540" y="4193773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\documentclass{article}&#10;\usepackage{amsmath}&#10;\pagestyle{empty}&#10;\begin{document}&#10;&#10;$i w=\operatorname{ln}\left(z+\sqrt{z^2-1}\right)$&#10;&#10;&#10;\end{document}" title="IguanaTex Bitmap Display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14" y="4128819"/>
            <a:ext cx="2856586" cy="373075"/>
          </a:xfrm>
          <a:prstGeom prst="rect">
            <a:avLst/>
          </a:prstGeom>
        </p:spPr>
      </p:pic>
      <p:sp>
        <p:nvSpPr>
          <p:cNvPr id="29" name="箭头: 右 28"/>
          <p:cNvSpPr/>
          <p:nvPr/>
        </p:nvSpPr>
        <p:spPr>
          <a:xfrm>
            <a:off x="467544" y="4875706"/>
            <a:ext cx="432048" cy="216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 descr="\documentclass{article}&#10;\usepackage{amsmath}&#10;\pagestyle{empty}&#10;\begin{document}&#10;&#10;$w=\operatorname{arccos} z=-i \operatorname{ln}\left(z+\sqrt{z^2-1}\right)$&#10;&#10;&#10;\end{document}" title="IguanaTex Bitmap Display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777173"/>
            <a:ext cx="4564685" cy="373075"/>
          </a:xfrm>
          <a:prstGeom prst="rect">
            <a:avLst/>
          </a:prstGeom>
        </p:spPr>
      </p:pic>
      <p:pic>
        <p:nvPicPr>
          <p:cNvPr id="35" name="图片 34" descr="\documentclass{article}&#10;\usepackage{amsmath}&#10;\pagestyle{empty}&#10;\begin{document}&#10;&#10;$\operatorname{arcsin} z=-i \operatorname{ln}\left(i z+\sqrt{1-z^2}\right)$&#10;&#10;&#10;\end{document}" title="IguanaTex Bitmap Display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579" y="5523151"/>
            <a:ext cx="3999586" cy="373075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\operatorname{arctan} z=\frac{i}{2} \operatorname{ln} \frac{i+z}{i-z}$&#10;&#10;&#10;\end{document}" title="IguanaTex Bitmap Display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345" y="5951270"/>
            <a:ext cx="2426818" cy="369418"/>
          </a:xfrm>
          <a:prstGeom prst="rect">
            <a:avLst/>
          </a:prstGeom>
        </p:spPr>
      </p:pic>
      <p:sp>
        <p:nvSpPr>
          <p:cNvPr id="4" name="Oval 17"/>
          <p:cNvSpPr/>
          <p:nvPr/>
        </p:nvSpPr>
        <p:spPr>
          <a:xfrm>
            <a:off x="2108576" y="4147635"/>
            <a:ext cx="327555" cy="360922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18"/>
          <p:cNvCxnSpPr/>
          <p:nvPr/>
        </p:nvCxnSpPr>
        <p:spPr>
          <a:xfrm>
            <a:off x="2443053" y="4474278"/>
            <a:ext cx="5147640" cy="56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7615023" y="4454490"/>
            <a:ext cx="1546802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 plus or minus is OK since  represents complex roots</a:t>
            </a:r>
            <a:endParaRPr lang="en-US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4" name="图片 23" descr="\documentclass{article}&#10;\usepackage{amsmath}&#10;\pagestyle{empty}&#10;\begin{document}&#10;&#10;$\sqrt{z^2-1}$&#10;&#10;&#10;\end{document}" title="IguanaTex Bitmap Display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170" y="5091730"/>
            <a:ext cx="784555" cy="229057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6" grpId="0" animBg="1"/>
      <p:bldP spid="29" grpId="0" animBg="1"/>
      <p:bldP spid="4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Hyperbolic </a:t>
            </a:r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Definition of hyperbolic 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Hyperbolic cosine function: 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Hyperbolic sine function: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Other hyperbolic functions: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 descr="\documentclass{article}&#10;\usepackage{amsmath}&#10;\pagestyle{empty}&#10;\begin{document}&#10;&#10;$\sinh z=\frac{1}{2}\left(e^z-e^{-z}\right)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460" y="2957146"/>
            <a:ext cx="2715768" cy="365760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\cosh z=\frac{1}{2}\left(e^z+e^{-z}\right)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713" y="2227687"/>
            <a:ext cx="2750515" cy="36576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\begin{aligned}&#10;&amp; \tanh z=\frac{\sinh z}{\cosh z}, \quad \operatorname{coth} z=\frac{\cosh z}{\sinh z} \\&#10;&amp; \operatorname{sech} z=\frac{1}{\cosh z}, \quad \operatorname{csch} z=\frac{1}{\sinh z} &#10;\end{aligned}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747" y="3875343"/>
            <a:ext cx="4502506" cy="1358798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Hyperbolic </a:t>
            </a:r>
            <a:r>
              <a:rPr lang="en-US" altLang="zh-HK" sz="3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Functions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Properties of hyperbolic </a:t>
            </a:r>
            <a:r>
              <a:rPr lang="en-US" altLang="zh-HK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functions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 everywhere in complex plane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Derivatives: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Connection with trigonometric functions: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Some formulas: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 descr="\documentclass{article}&#10;\usepackage{amsmath}&#10;\pagestyle{empty}&#10;\begin{document}&#10;&#10;$(\cosh z)^{\prime}=\sinh z, \quad(\sinh z)^{\prime}=\cosh z$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617989"/>
            <a:ext cx="4903013" cy="305410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\cosh i z=\cos z, \quad \sinh i z=i \sin z$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397740"/>
            <a:ext cx="4308653" cy="272491"/>
          </a:xfrm>
          <a:prstGeom prst="rect">
            <a:avLst/>
          </a:prstGeom>
        </p:spPr>
      </p:pic>
      <p:pic>
        <p:nvPicPr>
          <p:cNvPr id="11" name="图片 10" descr="\documentclass{article}&#10;\usepackage{amsmath}&#10;\pagestyle{empty}&#10;\begin{document}&#10;&#10;$\cos i z=\cosh z, \quad \sin i z=i \sinh z$&#10;&#10;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872081"/>
            <a:ext cx="4308653" cy="272491"/>
          </a:xfrm>
          <a:prstGeom prst="rect">
            <a:avLst/>
          </a:prstGeom>
        </p:spPr>
      </p:pic>
      <p:pic>
        <p:nvPicPr>
          <p:cNvPr id="15" name="图片 14" descr="\documentclass{article}&#10;\usepackage{amsmath}&#10;\pagestyle{empty}&#10;\begin{document}&#10;&#10;$\cosh ^2 z+\sinh ^2 z=\cosh 2 z$&#10;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35" y="4796514"/>
            <a:ext cx="3485693" cy="301752"/>
          </a:xfrm>
          <a:prstGeom prst="rect">
            <a:avLst/>
          </a:prstGeom>
        </p:spPr>
      </p:pic>
      <p:pic>
        <p:nvPicPr>
          <p:cNvPr id="17" name="图片 16" descr="\documentclass{article}&#10;\usepackage{amsmath}&#10;\pagestyle{empty}&#10;\begin{document}&#10;&#10;$\cosh ^2 z-\sinh ^2 z=1$&#10;&#10;&#10;\end{document}" title="IguanaTex Bitmap Display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35" y="4427822"/>
            <a:ext cx="2693822" cy="277978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begin{document}&#10;&#10;$\sinh \left(z_1+z_2\right)=\sinh z_1 \cosh z_2+\cosh z_1 \sinh z_2$&#10;&#10;&#10;\end{document}" title="IguanaTex Bitmap Display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35" y="5186787"/>
            <a:ext cx="6137453" cy="305410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\cosh \left(z_1+z_2\right)=\cosh z_1 \cosh z_2+\sinh z_1 \sinh z_2$&#10;&#10;&#10;\end{document}" title="IguanaTex Bitmap Display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35" y="5564975"/>
            <a:ext cx="6172200" cy="30541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/>
          <p:cNvSpPr txBox="1"/>
          <p:nvPr/>
        </p:nvSpPr>
        <p:spPr>
          <a:xfrm>
            <a:off x="312788" y="279684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>
                <a:latin typeface="Times New Roman" panose="02020503050405090304" pitchFamily="18" charset="0"/>
                <a:cs typeface="Times New Roman" panose="02020503050405090304" pitchFamily="18" charset="0"/>
              </a:rPr>
              <a:t>A Review</a:t>
            </a:r>
            <a:endParaRPr lang="zh-HK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788" y="1340768"/>
            <a:ext cx="76435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have already learned</a:t>
            </a:r>
            <a:endParaRPr lang="zh-CN" alt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817821"/>
            <a:ext cx="76328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numbers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plane, geometric representation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Polar form and exponential form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Complex functions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Sets in complex plane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Limit, continuity, derivative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Analytic functions, C-R equations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Harmonic functions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HK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Elementary functions: exponential, logarithmic, complex powers, trigonometric, inverse trigonometric</a:t>
            </a:r>
            <a:r>
              <a:rPr lang="en-US" altLang="zh-HK" sz="2400">
                <a:latin typeface="Times New Roman" panose="02020503050405090304" pitchFamily="18" charset="0"/>
                <a:cs typeface="Times New Roman" panose="02020503050405090304" pitchFamily="18" charset="0"/>
              </a:rPr>
              <a:t>, hyperbolic</a:t>
            </a: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HK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620"/>
    </mc:Choice>
    <mc:Fallback>
      <p:transition spd="slow" advTm="41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OUTPUTDPI" val="1200"/>
  <p:tag name="ORIGINALHEIGHT" val="195.75"/>
  <p:tag name="ORIGINALWIDTH" val="1182.75"/>
  <p:tag name="LATEXADDIN" val="\documentclass{article}&#10;\usepackage{amsmath}&#10;\pagestyle{empty}&#10;\begin{document}&#10;&#10;$\nabla^2\varphi=\frac{\partial^2 \varphi}{\partial x^2}+\frac{\partial^2 \varphi}{\partial y^2}=0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.xml><?xml version="1.0" encoding="utf-8"?>
<p:tagLst xmlns:p="http://schemas.openxmlformats.org/presentationml/2006/main">
  <p:tag name="OUTPUTDPI" val="1200"/>
  <p:tag name="ORIGINALHEIGHT" val="125.25"/>
  <p:tag name="ORIGINALWIDTH" val="351.75"/>
  <p:tag name="LATEXADDIN" val="\documentclass{article}&#10;\usepackage{amsmath}&#10;\pagestyle{empty}&#10;\begin{document}&#10;&#10;$\varphi(x,y)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.xml><?xml version="1.0" encoding="utf-8"?>
<p:tagLst xmlns:p="http://schemas.openxmlformats.org/presentationml/2006/main">
  <p:tag name="OUTPUTDPI" val="1200"/>
  <p:tag name="ORIGINALHEIGHT" val="125.25"/>
  <p:tag name="ORIGINALWIDTH" val="351.75"/>
  <p:tag name="LATEXADDIN" val="\documentclass{article}&#10;\usepackage{amsmath}&#10;\pagestyle{empty}&#10;\begin{document}&#10;&#10;$\varphi(x,y)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.xml><?xml version="1.0" encoding="utf-8"?>
<p:tagLst xmlns:p="http://schemas.openxmlformats.org/presentationml/2006/main">
  <p:tag name="OUTPUTDPI" val="1200"/>
  <p:tag name="ORIGINALHEIGHT" val="189"/>
  <p:tag name="ORIGINALWIDTH" val="786.75"/>
  <p:tag name="LATEXADDIN" val="\documentclass{article}&#10;\usepackage{amsmath}&#10;\pagestyle{empty}&#10;\begin{document}&#10;&#10;$\Delta=\frac{\partial^2}{\partial x^2}+\frac{\partial^2}{\partial y^2}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.xml><?xml version="1.0" encoding="utf-8"?>
<p:tagLst xmlns:p="http://schemas.openxmlformats.org/presentationml/2006/main">
  <p:tag name="OUTPUTDPI" val="1200"/>
  <p:tag name="ORIGINALHEIGHT" val="224.25"/>
  <p:tag name="ORIGINALWIDTH" val="732.75"/>
  <p:tag name="LATEXADDIN" val="\documentclass{article}&#10;\usepackage{amsmath}&#10;\pagestyle{empty}&#10;\begin{document}&#10;&#10;$\nabla=\left(\frac{\partial}{\partial x},\frac{\partial}{\partial y}\right)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.xml><?xml version="1.0" encoding="utf-8"?>
<p:tagLst xmlns:p="http://schemas.openxmlformats.org/presentationml/2006/main">
  <p:tag name="OUTPUTDPI" val="1200"/>
  <p:tag name="ORIGINALHEIGHT" val="125.25"/>
  <p:tag name="ORIGINALWIDTH" val="696.75"/>
  <p:tag name="LATEXADDIN" val="\documentclass{article}&#10;\usepackage{amsmath}&#10;\pagestyle{empty}&#10;\begin{document}&#10;&#10;$\Delta \varphi=f(x,y)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.xml><?xml version="1.0" encoding="utf-8"?>
<p:tagLst xmlns:p="http://schemas.openxmlformats.org/presentationml/2006/main">
  <p:tag name="OUTPUTDPI" val="1200"/>
  <p:tag name="ORIGINALHEIGHT" val="114"/>
  <p:tag name="ORIGINALWIDTH" val="403.5"/>
  <p:tag name="LATEXADDIN" val="\documentclass{article}&#10;\usepackage{amsmath}&#10;\pagestyle{empty}&#10;\begin{document}&#10;&#10;$\Delta \varphi=0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.xml><?xml version="1.0" encoding="utf-8"?>
<p:tagLst xmlns:p="http://schemas.openxmlformats.org/presentationml/2006/main">
  <p:tag name="TIMING" val="|29"/>
</p:tagLst>
</file>

<file path=ppt/tags/tag11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.xml><?xml version="1.0" encoding="utf-8"?>
<p:tagLst xmlns:p="http://schemas.openxmlformats.org/presentationml/2006/main">
  <p:tag name="OUTPUTDPI" val="1200"/>
  <p:tag name="ORIGINALHEIGHT" val="91.5"/>
  <p:tag name="ORIGINALWIDTH" val="405.75"/>
  <p:tag name="LATEXADDIN" val="\documentclass{article}&#10;\usepackage{amsmath}&#10;\pagestyle{empty}&#10;\begin{document}&#10;&#10;$u_x=v_y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.xml><?xml version="1.0" encoding="utf-8"?>
<p:tagLst xmlns:p="http://schemas.openxmlformats.org/presentationml/2006/main">
  <p:tag name="OUTPUTDPI" val="1200"/>
  <p:tag name="ORIGINALHEIGHT" val="91.5"/>
  <p:tag name="ORIGINALWIDTH" val="503.25"/>
  <p:tag name="LATEXADDIN" val="\documentclass{article}&#10;\usepackage{amsmath}&#10;\pagestyle{empty}&#10;\begin{document}&#10;&#10;$v_x=-u_y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.xml><?xml version="1.0" encoding="utf-8"?>
<p:tagLst xmlns:p="http://schemas.openxmlformats.org/presentationml/2006/main">
  <p:tag name="OUTPUTDPI" val="1200"/>
  <p:tag name="ORIGINALHEIGHT" val="91.5"/>
  <p:tag name="ORIGINALWIDTH" val="518.25"/>
  <p:tag name="LATEXADDIN" val="\documentclass{article}&#10;\usepackage{amsmath}&#10;\pagestyle{empty}&#10;\begin{document}&#10;&#10;$u_{xx}=v_{yx}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.xml><?xml version="1.0" encoding="utf-8"?>
<p:tagLst xmlns:p="http://schemas.openxmlformats.org/presentationml/2006/main">
  <p:tag name="OUTPUTDPI" val="1200"/>
  <p:tag name="ORIGINALHEIGHT" val="91.5"/>
  <p:tag name="ORIGINALWIDTH" val="610.5"/>
  <p:tag name="LATEXADDIN" val="\documentclass{article}&#10;\usepackage{amsmath}&#10;\pagestyle{empty}&#10;\begin{document}&#10;&#10;$v_{xy}=-u_{yy}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.xml><?xml version="1.0" encoding="utf-8"?>
<p:tagLst xmlns:p="http://schemas.openxmlformats.org/presentationml/2006/main">
  <p:tag name="OUTPUTDPI" val="1200"/>
  <p:tag name="ORIGINALHEIGHT" val="119.25"/>
  <p:tag name="ORIGINALWIDTH" val="748.5"/>
  <p:tag name="LATEXADDIN" val="\documentclass{article}&#10;\usepackage{amsmath}&#10;\pagestyle{empty}&#10;\begin{document}&#10;&#10;$u_{xx}+u_{yy}=0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.xml><?xml version="1.0" encoding="utf-8"?>
<p:tagLst xmlns:p="http://schemas.openxmlformats.org/presentationml/2006/main">
  <p:tag name="OUTPUTDPI" val="1200"/>
  <p:tag name="ORIGINALHEIGHT" val="91.5"/>
  <p:tag name="ORIGINALWIDTH" val="504.75"/>
  <p:tag name="LATEXADDIN" val="\documentclass{article}&#10;\usepackage{amsmath}&#10;\pagestyle{empty}&#10;\begin{document}&#10;&#10;$v_{xy}=v_{yx}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.xml><?xml version="1.0" encoding="utf-8"?>
<p:tagLst xmlns:p="http://schemas.openxmlformats.org/presentationml/2006/main">
  <p:tag name="TIMING" val="|29"/>
</p:tagLst>
</file>

<file path=ppt/tags/tag25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.xml><?xml version="1.0" encoding="utf-8"?>
<p:tagLst xmlns:p="http://schemas.openxmlformats.org/presentationml/2006/main">
  <p:tag name="OUTPUTDPI" val="1200"/>
  <p:tag name="ORIGINALHEIGHT" val="125.25"/>
  <p:tag name="ORIGINALWIDTH" val="345"/>
  <p:tag name="LATEXADDIN" val="\documentclass{article}&#10;\usepackage{amsmath}&#10;\pagestyle{empty}&#10;\begin{document}&#10;&#10;$u(x,y)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.xml><?xml version="1.0" encoding="utf-8"?>
<p:tagLst xmlns:p="http://schemas.openxmlformats.org/presentationml/2006/main">
  <p:tag name="OUTPUTDPI" val="1200"/>
  <p:tag name="ORIGINALHEIGHT" val="125.25"/>
  <p:tag name="ORIGINALWIDTH" val="338.25"/>
  <p:tag name="LATEXADDIN" val="\documentclass{article}&#10;\usepackage{amsmath}&#10;\pagestyle{empty}&#10;\begin{document}&#10;&#10;$v(x,y)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.xml><?xml version="1.0" encoding="utf-8"?>
<p:tagLst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0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9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0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1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2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3.xml><?xml version="1.0" encoding="utf-8"?>
<p:tagLst xmlns:p="http://schemas.openxmlformats.org/presentationml/2006/main">
  <p:tag name="TIMING" val="|29"/>
</p:tagLst>
</file>

<file path=ppt/tags/tag34.xml><?xml version="1.0" encoding="utf-8"?>
<p:tagLst xmlns:p="http://schemas.openxmlformats.org/presentationml/2006/main">
  <p:tag name="OUTPUTDPI" val="1200"/>
  <p:tag name="ORIGINALHEIGHT" val="125.25"/>
  <p:tag name="ORIGINALWIDTH" val="1290.75"/>
  <p:tag name="LATEXADDIN" val="\documentclass{article}&#10;\usepackage{amsmath}&#10;\pagestyle{empty}&#10;\begin{document}&#10;&#10;$f(z)=u(x, y)+i v(x, y)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5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6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7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8.xml><?xml version="1.0" encoding="utf-8"?>
<p:tagLst xmlns:p="http://schemas.openxmlformats.org/presentationml/2006/main">
  <p:tag name="OUTPUTDPI" val="1200"/>
  <p:tag name="ORIGINALHEIGHT" val="85.5"/>
  <p:tag name="ORIGINALWIDTH" val="96"/>
  <p:tag name="LATEXADDIN" val="\documentclass{article}&#10;\usepackage{amsmath}&#10;\pagestyle{empty}&#10;\begin{document}&#10;&#10;$D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39.xml><?xml version="1.0" encoding="utf-8"?>
<p:tagLst xmlns:p="http://schemas.openxmlformats.org/presentationml/2006/main">
  <p:tag name="TIMING" val="|29"/>
</p:tagLst>
</file>

<file path=ppt/tags/tag40.xml><?xml version="1.0" encoding="utf-8"?>
<p:tagLst xmlns:p="http://schemas.openxmlformats.org/presentationml/2006/main">
  <p:tag name="OUTPUTDPI" val="1200"/>
  <p:tag name="ORIGINALHEIGHT" val="172.5"/>
  <p:tag name="ORIGINALWIDTH" val="1161"/>
  <p:tag name="LATEXADDIN" val="\documentclass{article}&#10;\usepackage{amsmath}&#10;\pagestyle{empty}&#10;\begin{document}&#10;&#10;$\frac{\partial u}{\partial x}=\frac{\partial v}{\partial y}, \quad \frac{\partial u}{\partial y}=-\frac{\partial v}{\partial x}$&#10;&#10;&#10;\end{document}"/>
  <p:tag name="IGUANATEXSIZE" val="24"/>
  <p:tag name="IGUANATEXCURSOR" val="2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1.xml><?xml version="1.0" encoding="utf-8"?>
<p:tagLst xmlns:p="http://schemas.openxmlformats.org/presentationml/2006/main">
  <p:tag name="TIMING" val="|29"/>
</p:tagLst>
</file>

<file path=ppt/tags/tag42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3.xml><?xml version="1.0" encoding="utf-8"?>
<p:tagLst xmlns:p="http://schemas.openxmlformats.org/presentationml/2006/main">
  <p:tag name="OUTPUTDPI" val="1200"/>
  <p:tag name="ORIGINALHEIGHT" val="613.5"/>
  <p:tag name="ORIGINALWIDTH" val="581.25"/>
  <p:tag name="LATEXADDIN" val="\documentclass{article}&#10;\usepackage{amsmath}&#10;\pagestyle{empty}&#10;\begin{document}&#10;&#10;$\begin{aligned}&#10;&amp; \frac{\partial v}{\partial y}=\frac{\partial u}{\partial x} \\&#10;&amp; \frac{\partial v}{\partial x}=-\frac{\partial u}{\partial y}&#10;\end{aligned}$&#10;&#10;&#10;\end{document}"/>
  <p:tag name="IGUANATEXSIZE" val="24"/>
  <p:tag name="IGUANATEXCURSOR" val="23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4.xml><?xml version="1.0" encoding="utf-8"?>
<p:tagLst xmlns:p="http://schemas.openxmlformats.org/presentationml/2006/main">
  <p:tag name="OUTPUTDPI" val="1200"/>
  <p:tag name="ORIGINALHEIGHT" val="468"/>
  <p:tag name="ORIGINALWIDTH" val="1650"/>
  <p:tag name="LATEXADDIN" val="\documentclass{article}&#10;\usepackage{amsmath}&#10;\pagestyle{empty}&#10;\begin{document}&#10;&#10;$\begin{aligned}&#10;v(x, y)=&amp;\int \frac{\partial v}{\partial y} \mathrm{~d} y=\int \frac{\partial u}{\partial x} \mathrm{~d} y\\&#10;=&amp;\widetilde{v}(x, y)+\varphi(x)&#10;\end{aligned}$&#10;&#10;&#10;\end{document}"/>
  <p:tag name="IGUANATEXSIZE" val="24"/>
  <p:tag name="IGUANATEXCURSOR" val="20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5.xml><?xml version="1.0" encoding="utf-8"?>
<p:tagLst xmlns:p="http://schemas.openxmlformats.org/presentationml/2006/main">
  <p:tag name="OUTPUTDPI" val="1200"/>
  <p:tag name="ORIGINALHEIGHT" val="130.5"/>
  <p:tag name="ORIGINALWIDTH" val="1228.5"/>
  <p:tag name="LATEXADDIN" val="\documentclass{article}&#10;\usepackage{amsmath}&#10;\pagestyle{empty}&#10;\begin{document}&#10;&#10;$v_x=\tilde{v}_x+\varphi^\prime (x)=-u_y$&#10;&#10;&#10;\end{document}"/>
  <p:tag name="IGUANATEXSIZE" val="24"/>
  <p:tag name="IGUANATEXCURSOR" val="12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6.xml><?xml version="1.0" encoding="utf-8"?>
<p:tagLst xmlns:p="http://schemas.openxmlformats.org/presentationml/2006/main">
  <p:tag name="OUTPUTDPI" val="1200"/>
  <p:tag name="ORIGINALHEIGHT" val="125.25"/>
  <p:tag name="ORIGINALWIDTH" val="231.75"/>
  <p:tag name="LATEXADDIN" val="\documentclass{article}&#10;\usepackage{amsmath}&#10;\pagestyle{empty}&#10;\begin{document}&#10;&#10;$\varphi(x)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7.xml><?xml version="1.0" encoding="utf-8"?>
<p:tagLst xmlns:p="http://schemas.openxmlformats.org/presentationml/2006/main">
  <p:tag name="TIMING" val="|29"/>
</p:tagLst>
</file>

<file path=ppt/tags/tag48.xml><?xml version="1.0" encoding="utf-8"?>
<p:tagLst xmlns:p="http://schemas.openxmlformats.org/presentationml/2006/main">
  <p:tag name="OUTPUTDPI" val="1200"/>
  <p:tag name="ORIGINALHEIGHT" val="125.25"/>
  <p:tag name="ORIGINALWIDTH" val="719.25"/>
  <p:tag name="LATEXADDIN" val="\documentclass{article}&#10;\usepackage{amsmath}&#10;\pagestyle{empty}&#10;\begin{document}&#10;&#10;$f(z)=u+iv$&#10;&#10;&#10;\end{document}"/>
  <p:tag name="IGUANATEXSIZE" val="28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49.xml><?xml version="1.0" encoding="utf-8"?>
<p:tagLst xmlns:p="http://schemas.openxmlformats.org/presentationml/2006/main">
  <p:tag name="OUTPUTDPI" val="1200"/>
  <p:tag name="ORIGINALHEIGHT" val="134.25"/>
  <p:tag name="ORIGINALWIDTH" val="912"/>
  <p:tag name="LATEXADDIN" val="\documentclass{article}&#10;\usepackage{amsmath}&#10;\pagestyle{empty}&#10;\begin{document}&#10;&#10;$u(x,y)=x^2-y^2$&#10;&#10;&#10;\end{document}"/>
  <p:tag name="IGUANATEXSIZE" val="28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0.xml><?xml version="1.0" encoding="utf-8"?>
<p:tagLst xmlns:p="http://schemas.openxmlformats.org/presentationml/2006/main">
  <p:tag name="OUTPUTDPI" val="1200"/>
  <p:tag name="ORIGINALHEIGHT" val="55.5"/>
  <p:tag name="ORIGINALWIDTH" val="55.5"/>
  <p:tag name="LATEXADDIN" val="\documentclass{article}&#10;\usepackage{amsmath}&#10;\pagestyle{empty}&#10;\begin{document}&#10;&#10;$v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1.xml><?xml version="1.0" encoding="utf-8"?>
<p:tagLst xmlns:p="http://schemas.openxmlformats.org/presentationml/2006/main">
  <p:tag name="OUTPUTDPI" val="1200"/>
  <p:tag name="ORIGINALHEIGHT" val="119.25"/>
  <p:tag name="ORIGINALWIDTH" val="804"/>
  <p:tag name="LATEXADDIN" val="\documentclass{article}&#10;\usepackage{amsmath}&#10;\pagestyle{empty}&#10;\begin{document}&#10;&#10;$v_x=-u_y=2y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2.xml><?xml version="1.0" encoding="utf-8"?>
<p:tagLst xmlns:p="http://schemas.openxmlformats.org/presentationml/2006/main">
  <p:tag name="OUTPUTDPI" val="1200"/>
  <p:tag name="ORIGINALHEIGHT" val="125.25"/>
  <p:tag name="ORIGINALWIDTH" val="826.5"/>
  <p:tag name="LATEXADDIN" val="\documentclass{article}&#10;\usepackage{amsmath}&#10;\pagestyle{empty}&#10;\begin{document}&#10;&#10;$v=2xy+C(y)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3.xml><?xml version="1.0" encoding="utf-8"?>
<p:tagLst xmlns:p="http://schemas.openxmlformats.org/presentationml/2006/main">
  <p:tag name="OUTPUTDPI" val="1200"/>
  <p:tag name="ORIGINALHEIGHT" val="119.25"/>
  <p:tag name="ORIGINALWIDTH" val="711.75"/>
  <p:tag name="LATEXADDIN" val="\documentclass{article}&#10;\usepackage{amsmath}&#10;\pagestyle{empty}&#10;\begin{document}&#10;&#10;$v_y=u_x=2x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4.xml><?xml version="1.0" encoding="utf-8"?>
<p:tagLst xmlns:p="http://schemas.openxmlformats.org/presentationml/2006/main">
  <p:tag name="OUTPUTDPI" val="1200"/>
  <p:tag name="ORIGINALHEIGHT" val="130.5"/>
  <p:tag name="ORIGINALWIDTH" val="852"/>
  <p:tag name="LATEXADDIN" val="\documentclass{article}&#10;\usepackage{amsmath}&#10;\pagestyle{empty}&#10;\begin{document}&#10;&#10;$v_y=2x+C^\prime(y)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5.xml><?xml version="1.0" encoding="utf-8"?>
<p:tagLst xmlns:p="http://schemas.openxmlformats.org/presentationml/2006/main">
  <p:tag name="OUTPUTDPI" val="1200"/>
  <p:tag name="ORIGINALHEIGHT" val="108"/>
  <p:tag name="ORIGINALWIDTH" val="633"/>
  <p:tag name="LATEXADDIN" val="\documentclass{article}&#10;\usepackage{amsmath}&#10;\pagestyle{empty}&#10;\begin{document}&#10;&#10;$v=2xy+c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6.xml><?xml version="1.0" encoding="utf-8"?>
<p:tagLst xmlns:p="http://schemas.openxmlformats.org/presentationml/2006/main">
  <p:tag name="TIMING" val="|29"/>
</p:tagLst>
</file>

<file path=ppt/tags/tag57.xml><?xml version="1.0" encoding="utf-8"?>
<p:tagLst xmlns:p="http://schemas.openxmlformats.org/presentationml/2006/main">
  <p:tag name="OUTPUTDPI" val="1200"/>
  <p:tag name="ORIGINALHEIGHT" val="134.25"/>
  <p:tag name="ORIGINALWIDTH" val="1045.5"/>
  <p:tag name="LATEXADDIN" val="\documentclass{article}&#10;\usepackage{amsmath}&#10;\pagestyle{empty}&#10;\begin{document}&#10;&#10;$u(x,y)=x^3-3x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8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59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0.xml><?xml version="1.0" encoding="utf-8"?>
<p:tagLst xmlns:p="http://schemas.openxmlformats.org/presentationml/2006/main">
  <p:tag name="OUTPUTDPI" val="1200"/>
  <p:tag name="ORIGINALHEIGHT" val="125.25"/>
  <p:tag name="ORIGINALWIDTH" val="507.75"/>
  <p:tag name="LATEXADDIN" val="\documentclass{article}&#10;\usepackage{amsmath}&#10;\pagestyle{empty}&#10;\begin{document}&#10;&#10;$f(i)=-i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1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2.xml><?xml version="1.0" encoding="utf-8"?>
<p:tagLst xmlns:p="http://schemas.openxmlformats.org/presentationml/2006/main">
  <p:tag name="OUTPUTDPI" val="1200"/>
  <p:tag name="ORIGINALHEIGHT" val="189"/>
  <p:tag name="ORIGINALWIDTH" val="1247.25"/>
  <p:tag name="LATEXADDIN" val="\documentclass{article}&#10;\usepackage{amsmath}&#10;\pagestyle{empty}&#10;\begin{document}&#10;&#10;$\frac{\partial^2 u}{\partial x^2}=6 x, \quad \frac{\partial^2 u}{\partial y^2}=-6 x$&#10;&#10;&#10;\end{document}"/>
  <p:tag name="IGUANATEXSIZE" val="24"/>
  <p:tag name="IGUANATEXCURSOR" val="16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3.xml><?xml version="1.0" encoding="utf-8"?>
<p:tagLst xmlns:p="http://schemas.openxmlformats.org/presentationml/2006/main">
  <p:tag name="OUTPUTDPI" val="1200"/>
  <p:tag name="ORIGINALHEIGHT" val="189"/>
  <p:tag name="ORIGINALWIDTH" val="753"/>
  <p:tag name="LATEXADDIN" val="\documentclass{article}&#10;\usepackage{amsmath}&#10;\pagestyle{empty}&#10;\begin{document}&#10;&#10;$\frac{\partial^2 u}{\partial x^2}+\frac{\partial^2 u}{\partial y^2}=0$&#10;&#10;&#10;\end{document}"/>
  <p:tag name="IGUANATEXSIZE" val="24"/>
  <p:tag name="IGUANATEXCURSOR" val="15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4.xml><?xml version="1.0" encoding="utf-8"?>
<p:tagLst xmlns:p="http://schemas.openxmlformats.org/presentationml/2006/main">
  <p:tag name="TIMING" val="|29"/>
</p:tagLst>
</file>

<file path=ppt/tags/tag65.xml><?xml version="1.0" encoding="utf-8"?>
<p:tagLst xmlns:p="http://schemas.openxmlformats.org/presentationml/2006/main">
  <p:tag name="OUTPUTDPI" val="1200"/>
  <p:tag name="ORIGINALHEIGHT" val="134.25"/>
  <p:tag name="ORIGINALWIDTH" val="1045.5"/>
  <p:tag name="LATEXADDIN" val="\documentclass{article}&#10;\usepackage{amsmath}&#10;\pagestyle{empty}&#10;\begin{document}&#10;&#10;$u(x,y)=x^3-3x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6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7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8.xml><?xml version="1.0" encoding="utf-8"?>
<p:tagLst xmlns:p="http://schemas.openxmlformats.org/presentationml/2006/main">
  <p:tag name="OUTPUTDPI" val="1200"/>
  <p:tag name="ORIGINALHEIGHT" val="125.25"/>
  <p:tag name="ORIGINALWIDTH" val="507.75"/>
  <p:tag name="LATEXADDIN" val="\documentclass{article}&#10;\usepackage{amsmath}&#10;\pagestyle{empty}&#10;\begin{document}&#10;&#10;$f(i)=-i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69.xml><?xml version="1.0" encoding="utf-8"?>
<p:tagLst xmlns:p="http://schemas.openxmlformats.org/presentationml/2006/main">
  <p:tag name="OUTPUTDPI" val="1200"/>
  <p:tag name="ORIGINALHEIGHT" val="172.5"/>
  <p:tag name="ORIGINALWIDTH" val="1116.75"/>
  <p:tag name="LATEXADDIN" val="\documentclass{article}&#10;\usepackage{amsmath}&#10;\pagestyle{empty}&#10;\begin{document}&#10;&#10;$\frac{\partial u}{\partial x}=3 x^2-3 y^2=\frac{\partial v}{\partial y}$&#10;&#10;&#10;\end{document}"/>
  <p:tag name="IGUANATEXSIZE" val="24"/>
  <p:tag name="IGUANATEXCURSOR" val="15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0.xml><?xml version="1.0" encoding="utf-8"?>
<p:tagLst xmlns:p="http://schemas.openxmlformats.org/presentationml/2006/main">
  <p:tag name="OUTPUTDPI" val="1200"/>
  <p:tag name="ORIGINALHEIGHT" val="150"/>
  <p:tag name="ORIGINALWIDTH" val="2210.25"/>
  <p:tag name="LATEXADDIN" val="\documentclass{article}&#10;\usepackage{amsmath}&#10;\pagestyle{empty}&#10;\begin{document}&#10;&#10;$v=\int\left(3 x^2-3 y^2\right) \mathrm{d} y=3 x^2 y-y^3+\varphi(x)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1.xml><?xml version="1.0" encoding="utf-8"?>
<p:tagLst xmlns:p="http://schemas.openxmlformats.org/presentationml/2006/main">
  <p:tag name="OUTPUTDPI" val="1200"/>
  <p:tag name="ORIGINALHEIGHT" val="172.5"/>
  <p:tag name="ORIGINALWIDTH" val="1702.5"/>
  <p:tag name="LATEXADDIN" val="\documentclass{article}&#10;\usepackage{amsmath}&#10;\pagestyle{empty}&#10;\begin{document}&#10;&#10;$\frac{\partial v}{\partial x}=6 x y+\varphi^{\prime}(x)=-\frac{\partial u}{\partial y}=6 x y$&#10;&#10;&#10;\end{document}"/>
  <p:tag name="IGUANATEXSIZE" val="24"/>
  <p:tag name="IGUANATEXCURSOR" val="17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2.xml><?xml version="1.0" encoding="utf-8"?>
<p:tagLst xmlns:p="http://schemas.openxmlformats.org/presentationml/2006/main">
  <p:tag name="OUTPUTDPI" val="1200"/>
  <p:tag name="ORIGINALHEIGHT" val="125.25"/>
  <p:tag name="ORIGINALWIDTH" val="502.5"/>
  <p:tag name="LATEXADDIN" val="\documentclass{article}&#10;\usepackage{amsmath}&#10;\pagestyle{empty}&#10;\begin{document}&#10;&#10;$\varphi^\prime(x)=0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3.xml><?xml version="1.0" encoding="utf-8"?>
<p:tagLst xmlns:p="http://schemas.openxmlformats.org/presentationml/2006/main">
  <p:tag name="OUTPUTDPI" val="1200"/>
  <p:tag name="ORIGINALHEIGHT" val="125.25"/>
  <p:tag name="ORIGINALWIDTH" val="463.5"/>
  <p:tag name="LATEXADDIN" val="\documentclass{article}&#10;\usepackage{amsmath}&#10;\pagestyle{empty}&#10;\begin{document}&#10;&#10;$\varphi(x)=c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4.xml><?xml version="1.0" encoding="utf-8"?>
<p:tagLst xmlns:p="http://schemas.openxmlformats.org/presentationml/2006/main">
  <p:tag name="OUTPUTDPI" val="1200"/>
  <p:tag name="ORIGINALHEIGHT" val="134.25"/>
  <p:tag name="ORIGINALWIDTH" val="1251"/>
  <p:tag name="LATEXADDIN" val="\documentclass{article}&#10;\usepackage{amsmath}&#10;\pagestyle{empty}&#10;\begin{document}&#10;&#10;$v(x, y)=3 x^2 y-y^3+c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5.xml><?xml version="1.0" encoding="utf-8"?>
<p:tagLst xmlns:p="http://schemas.openxmlformats.org/presentationml/2006/main">
  <p:tag name="TIMING" val="|29"/>
</p:tagLst>
</file>

<file path=ppt/tags/tag76.xml><?xml version="1.0" encoding="utf-8"?>
<p:tagLst xmlns:p="http://schemas.openxmlformats.org/presentationml/2006/main">
  <p:tag name="OUTPUTDPI" val="1200"/>
  <p:tag name="ORIGINALHEIGHT" val="134.25"/>
  <p:tag name="ORIGINALWIDTH" val="1045.5"/>
  <p:tag name="LATEXADDIN" val="\documentclass{article}&#10;\usepackage{amsmath}&#10;\pagestyle{empty}&#10;\begin{document}&#10;&#10;$u(x,y)=x^3-3xy^2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7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8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79.xml><?xml version="1.0" encoding="utf-8"?>
<p:tagLst xmlns:p="http://schemas.openxmlformats.org/presentationml/2006/main">
  <p:tag name="OUTPUTDPI" val="1200"/>
  <p:tag name="ORIGINALHEIGHT" val="125.25"/>
  <p:tag name="ORIGINALWIDTH" val="507.75"/>
  <p:tag name="LATEXADDIN" val="\documentclass{article}&#10;\usepackage{amsmath}&#10;\pagestyle{empty}&#10;\begin{document}&#10;&#10;$f(i)=-i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0.xml><?xml version="1.0" encoding="utf-8"?>
<p:tagLst xmlns:p="http://schemas.openxmlformats.org/presentationml/2006/main">
  <p:tag name="OUTPUTDPI" val="1200"/>
  <p:tag name="ORIGINALHEIGHT" val="150"/>
  <p:tag name="ORIGINALWIDTH" val="2088"/>
  <p:tag name="LATEXADDIN" val="\documentclass{article}&#10;\usepackage{amsmath}&#10;\pagestyle{empty}&#10;\begin{document}&#10;&#10;$f(z)=\left(x^3-3 x y^2\right)+i\left(3 x^2 y-y^3+c\right)$&#10;&#10;&#10;\end{document}"/>
  <p:tag name="IGUANATEXSIZE" val="24"/>
  <p:tag name="IGUANATEXCURSOR" val="13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1.xml><?xml version="1.0" encoding="utf-8"?>
<p:tagLst xmlns:p="http://schemas.openxmlformats.org/presentationml/2006/main">
  <p:tag name="OUTPUTDPI" val="1200"/>
  <p:tag name="ORIGINALHEIGHT" val="125.25"/>
  <p:tag name="ORIGINALWIDTH" val="507.75"/>
  <p:tag name="LATEXADDIN" val="\documentclass{article}&#10;\usepackage{amsmath}&#10;\pagestyle{empty}&#10;\begin{document}&#10;&#10;$f(i)=-i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2.xml><?xml version="1.0" encoding="utf-8"?>
<p:tagLst xmlns:p="http://schemas.openxmlformats.org/presentationml/2006/main">
  <p:tag name="OUTPUTDPI" val="1200"/>
  <p:tag name="ORIGINALHEIGHT" val="125.25"/>
  <p:tag name="ORIGINALWIDTH" val="1185"/>
  <p:tag name="LATEXADDIN" val="\documentclass{article}&#10;\usepackage{amsmath}&#10;\pagestyle{empty}&#10;\begin{document}&#10;&#10;$v(0,1)=-1+c=-1$&#10;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3.xml><?xml version="1.0" encoding="utf-8"?>
<p:tagLst xmlns:p="http://schemas.openxmlformats.org/presentationml/2006/main">
  <p:tag name="OUTPUTDPI" val="1200"/>
  <p:tag name="ORIGINALHEIGHT" val="84.75"/>
  <p:tag name="ORIGINALWIDTH" val="273"/>
  <p:tag name="LATEXADDIN" val="\documentclass{article}&#10;\usepackage{amsmath}&#10;\pagestyle{empty}&#10;\begin{document}&#10;&#10;$c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4.xml><?xml version="1.0" encoding="utf-8"?>
<p:tagLst xmlns:p="http://schemas.openxmlformats.org/presentationml/2006/main">
  <p:tag name="OUTPUTDPI" val="1200"/>
  <p:tag name="ORIGINALHEIGHT" val="150"/>
  <p:tag name="ORIGINALWIDTH" val="2175"/>
  <p:tag name="LATEXADDIN" val="\documentclass{article}&#10;\usepackage{amsmath}&#10;\pagestyle{empty}&#10;\begin{document}&#10;&#10;$f(z)=\left(x^3-3 x y^2\right)+i\left(3 x^2 y-y^3\right)=z^3$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5.xml><?xml version="1.0" encoding="utf-8"?>
<p:tagLst xmlns:p="http://schemas.openxmlformats.org/presentationml/2006/main">
  <p:tag name="TIMING" val="|29"/>
</p:tagLst>
</file>

<file path=ppt/tags/tag86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7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8.xml><?xml version="1.0" encoding="utf-8"?>
<p:tagLst xmlns:p="http://schemas.openxmlformats.org/presentationml/2006/main">
  <p:tag name="OUTPUTDPI" val="1200"/>
  <p:tag name="ORIGINALHEIGHT" val="125.25"/>
  <p:tag name="ORIGINALWIDTH" val="722.25"/>
  <p:tag name="LATEXADDIN" val="\documentclass{article}&#10;\usepackage{amsmath}&#10;\pagestyle{empty}&#10;\begin{document}&#10;&#10;$f(i)=-1+i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89.xml><?xml version="1.0" encoding="utf-8"?>
<p:tagLst xmlns:p="http://schemas.openxmlformats.org/presentationml/2006/main">
  <p:tag name="OUTPUTDPI" val="1200"/>
  <p:tag name="ORIGINALHEIGHT" val="128.25"/>
  <p:tag name="ORIGINALWIDTH" val="919.5"/>
  <p:tag name="LATEXADDIN" val="\documentclass{article}&#10;\usepackage{amsmath}&#10;\pagestyle{empty}&#10;\begin{document}&#10;&#10;$u=x^2-y^2+x y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0.xml><?xml version="1.0" encoding="utf-8"?>
<p:tagLst xmlns:p="http://schemas.openxmlformats.org/presentationml/2006/main">
  <p:tag name="OUTPUTDPI" val="1200"/>
  <p:tag name="ORIGINALHEIGHT" val="189"/>
  <p:tag name="ORIGINALWIDTH" val="753"/>
  <p:tag name="LATEXADDIN" val="\documentclass{article}&#10;\usepackage{amsmath}&#10;\pagestyle{empty}&#10;\begin{document}&#10;&#10;$\frac{\partial^2 u}{\partial x^2}+\frac{\partial^2 u}{\partial y^2}=0$&#10;&#10;&#10;\end{document}"/>
  <p:tag name="IGUANATEXSIZE" val="24"/>
  <p:tag name="IGUANATEXCURSOR" val="15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1.xml><?xml version="1.0" encoding="utf-8"?>
<p:tagLst xmlns:p="http://schemas.openxmlformats.org/presentationml/2006/main">
  <p:tag name="OUTPUTDPI" val="1200"/>
  <p:tag name="ORIGINALHEIGHT" val="189"/>
  <p:tag name="ORIGINALWIDTH" val="1104"/>
  <p:tag name="LATEXADDIN" val="\documentclass{article}&#10;\usepackage{amsmath}&#10;\pagestyle{empty}&#10;\begin{document}&#10;&#10;$\frac{\partial^2 u}{\partial x^2}=2, \quad \frac{\partial^2 u}{\partial y^2}=-2$&#10;&#10;&#10;\end{document}"/>
  <p:tag name="IGUANATEXSIZE" val="24"/>
  <p:tag name="IGUANATEXCURSOR" val="16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2.xml><?xml version="1.0" encoding="utf-8"?>
<p:tagLst xmlns:p="http://schemas.openxmlformats.org/presentationml/2006/main">
  <p:tag name="TIMING" val="|29"/>
</p:tagLst>
</file>

<file path=ppt/tags/tag93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4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5.xml><?xml version="1.0" encoding="utf-8"?>
<p:tagLst xmlns:p="http://schemas.openxmlformats.org/presentationml/2006/main">
  <p:tag name="OUTPUTDPI" val="1200"/>
  <p:tag name="ORIGINALHEIGHT" val="125.25"/>
  <p:tag name="ORIGINALWIDTH" val="722.25"/>
  <p:tag name="LATEXADDIN" val="\documentclass{article}&#10;\usepackage{amsmath}&#10;\pagestyle{empty}&#10;\begin{document}&#10;&#10;$f(i)=-1+i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6.xml><?xml version="1.0" encoding="utf-8"?>
<p:tagLst xmlns:p="http://schemas.openxmlformats.org/presentationml/2006/main">
  <p:tag name="OUTPUTDPI" val="1200"/>
  <p:tag name="ORIGINALHEIGHT" val="128.25"/>
  <p:tag name="ORIGINALWIDTH" val="919.5"/>
  <p:tag name="LATEXADDIN" val="\documentclass{article}&#10;\usepackage{amsmath}&#10;\pagestyle{empty}&#10;\begin{document}&#10;&#10;$u=x^2-y^2+x y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7.xml><?xml version="1.0" encoding="utf-8"?>
<p:tagLst xmlns:p="http://schemas.openxmlformats.org/presentationml/2006/main">
  <p:tag name="OUTPUTDPI" val="1200"/>
  <p:tag name="ORIGINALHEIGHT" val="172.5"/>
  <p:tag name="ORIGINALWIDTH" val="942.75"/>
  <p:tag name="LATEXADDIN" val="\documentclass{article}&#10;\usepackage{amsmath}&#10;\pagestyle{empty}&#10;\begin{document}&#10;&#10;$\frac{\partial u}{\partial x}=2 x+y=\frac{\partial v}{\partial y}$&#10;&#10;&#10;\end{document}"/>
  <p:tag name="IGUANATEXSIZE" val="24"/>
  <p:tag name="IGUANATEXCURSOR" val="14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8.xml><?xml version="1.0" encoding="utf-8"?>
<p:tagLst xmlns:p="http://schemas.openxmlformats.org/presentationml/2006/main">
  <p:tag name="OUTPUTDPI" val="1200"/>
  <p:tag name="ORIGINALHEIGHT" val="150"/>
  <p:tag name="ORIGINALWIDTH" val="2001"/>
  <p:tag name="LATEXADDIN" val="\documentclass{article}&#10;\usepackage{amsmath}&#10;\pagestyle{empty}&#10;\begin{document}&#10;&#10;$v=\int(2 x+y) \mathrm{d} y=2 x y+\frac{1}{2} y^2+\varphi(x)$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99.xml><?xml version="1.0" encoding="utf-8"?>
<p:tagLst xmlns:p="http://schemas.openxmlformats.org/presentationml/2006/main">
  <p:tag name="OUTPUTDPI" val="1200"/>
  <p:tag name="ORIGINALHEIGHT" val="172.5"/>
  <p:tag name="ORIGINALWIDTH" val="1782"/>
  <p:tag name="LATEXADDIN" val="\documentclass{article}&#10;\usepackage{amsmath}&#10;\pagestyle{empty}&#10;\begin{document}&#10;&#10;$\frac{\partial v}{\partial x}=2 y+\varphi^{\prime}(x)=-\frac{\partial u}{\partial y}=2 y-x$&#10;&#10;&#10;\end{document}"/>
  <p:tag name="IGUANATEXSIZE" val="24"/>
  <p:tag name="IGUANATEXCURSOR" val="17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0.xml><?xml version="1.0" encoding="utf-8"?>
<p:tagLst xmlns:p="http://schemas.openxmlformats.org/presentationml/2006/main">
  <p:tag name="OUTPUTDPI" val="1200"/>
  <p:tag name="ORIGINALHEIGHT" val="125.25"/>
  <p:tag name="ORIGINALWIDTH" val="607.5"/>
  <p:tag name="LATEXADDIN" val="\documentclass{article}&#10;\usepackage{amsmath}&#10;\pagestyle{empty}&#10;\begin{document}&#10;&#10;$\varphi^{\prime}(x)=-x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1.xml><?xml version="1.0" encoding="utf-8"?>
<p:tagLst xmlns:p="http://schemas.openxmlformats.org/presentationml/2006/main">
  <p:tag name="OUTPUTDPI" val="1200"/>
  <p:tag name="ORIGINALHEIGHT" val="150"/>
  <p:tag name="ORIGINALWIDTH" val="918.75"/>
  <p:tag name="LATEXADDIN" val="\documentclass{article}&#10;\usepackage{amsmath}&#10;\pagestyle{empty}&#10;\begin{document}&#10;&#10;$\varphi(x)=-\frac{1}{2} x^2+c$&#10;&#10;&#10;\end{document}"/>
  <p:tag name="IGUANATEXSIZE" val="24"/>
  <p:tag name="IGUANATEXCURSOR" val="11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2.xml><?xml version="1.0" encoding="utf-8"?>
<p:tagLst xmlns:p="http://schemas.openxmlformats.org/presentationml/2006/main">
  <p:tag name="OUTPUTDPI" val="1200"/>
  <p:tag name="ORIGINALHEIGHT" val="150"/>
  <p:tag name="ORIGINALWIDTH" val="1633.5"/>
  <p:tag name="LATEXADDIN" val="\documentclass{article}&#10;\usepackage{amsmath}&#10;\pagestyle{empty}&#10;\begin{document}&#10;&#10;$v(x, y)=2 x y+\frac{1}{2} y^2-\frac{1}{2} x^2+c$&#10;&#10;&#10;\end{document}"/>
  <p:tag name="IGUANATEXSIZE" val="24"/>
  <p:tag name="IGUANATEXCURSOR" val="12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3.xml><?xml version="1.0" encoding="utf-8"?>
<p:tagLst xmlns:p="http://schemas.openxmlformats.org/presentationml/2006/main">
  <p:tag name="TIMING" val="|29"/>
</p:tagLst>
</file>

<file path=ppt/tags/tag104.xml><?xml version="1.0" encoding="utf-8"?>
<p:tagLst xmlns:p="http://schemas.openxmlformats.org/presentationml/2006/main">
  <p:tag name="OUTPUTDPI" val="1200"/>
  <p:tag name="ORIGINALHEIGHT" val="113.25"/>
  <p:tag name="ORIGINALWIDTH" val="63"/>
  <p:tag name="LATEXADDIN" val="\documentclass{article}&#10;\usepackage{amsmath}&#10;\pagestyle{empty}&#10;\begin{document}&#10;&#10;$f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5.xml><?xml version="1.0" encoding="utf-8"?>
<p:tagLst xmlns:p="http://schemas.openxmlformats.org/presentationml/2006/main">
  <p:tag name="OUTPUTDPI" val="1200"/>
  <p:tag name="ORIGINALHEIGHT" val="55.5"/>
  <p:tag name="ORIGINALWIDTH" val="65.25"/>
  <p:tag name="LATEXADDIN" val="\documentclass{article}&#10;\usepackage{amsmath}&#10;\pagestyle{empty}&#10;\begin{document}&#10;&#10;$u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6.xml><?xml version="1.0" encoding="utf-8"?>
<p:tagLst xmlns:p="http://schemas.openxmlformats.org/presentationml/2006/main">
  <p:tag name="OUTPUTDPI" val="1200"/>
  <p:tag name="ORIGINALHEIGHT" val="125.25"/>
  <p:tag name="ORIGINALWIDTH" val="722.25"/>
  <p:tag name="LATEXADDIN" val="\documentclass{article}&#10;\usepackage{amsmath}&#10;\pagestyle{empty}&#10;\begin{document}&#10;&#10;$f(i)=-1+i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7.xml><?xml version="1.0" encoding="utf-8"?>
<p:tagLst xmlns:p="http://schemas.openxmlformats.org/presentationml/2006/main">
  <p:tag name="OUTPUTDPI" val="1200"/>
  <p:tag name="ORIGINALHEIGHT" val="128.25"/>
  <p:tag name="ORIGINALWIDTH" val="919.5"/>
  <p:tag name="LATEXADDIN" val="\documentclass{article}&#10;\usepackage{amsmath}&#10;\pagestyle{empty}&#10;\begin{document}&#10;&#10;$u=x^2-y^2+x y$&#10;&#10;&#10;\end{document}"/>
  <p:tag name="IGUANATEXSIZE" val="28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8.xml><?xml version="1.0" encoding="utf-8"?>
<p:tagLst xmlns:p="http://schemas.openxmlformats.org/presentationml/2006/main">
  <p:tag name="OUTPUTDPI" val="1200"/>
  <p:tag name="ORIGINALHEIGHT" val="150.75"/>
  <p:tag name="ORIGINALWIDTH" val="2625.75"/>
  <p:tag name="LATEXADDIN" val="\documentclass{article}&#10;\usepackage{amsmath}&#10;\pagestyle{empty}&#10;\begin{document}&#10;&#10;$f(z)=\left(x^2-y^2+x y\right)+i\left(2 x y+\frac{1}{2} y^2-\frac{1}{2} x^2+c\right)$&#10;&#10;&#10;\end{document}"/>
  <p:tag name="IGUANATEXSIZE" val="24"/>
  <p:tag name="IGUANATEXCURSOR" val="16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09.xml><?xml version="1.0" encoding="utf-8"?>
<p:tagLst xmlns:p="http://schemas.openxmlformats.org/presentationml/2006/main">
  <p:tag name="OUTPUTDPI" val="1200"/>
  <p:tag name="ORIGINALHEIGHT" val="125.25"/>
  <p:tag name="ORIGINALWIDTH" val="507"/>
  <p:tag name="LATEXADDIN" val="\documentclass{article}&#10;\usepackage{amsmath}&#10;\pagestyle{empty}&#10;\begin{document}&#10;&#10;$f(-1+i)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0.xml><?xml version="1.0" encoding="utf-8"?>
<p:tagLst xmlns:p="http://schemas.openxmlformats.org/presentationml/2006/main">
  <p:tag name="OUTPUTDPI" val="1200"/>
  <p:tag name="ORIGINALHEIGHT" val="150.75"/>
  <p:tag name="ORIGINALWIDTH" val="1278.75"/>
  <p:tag name="LATEXADDIN" val="\documentclass{article}&#10;\usepackage{amsmath}&#10;\pagestyle{empty}&#10;\begin{document}&#10;&#10;$-1+i\left(\frac{1}{2}+c\right)=-1+i$&#10;&#10;&#10;\end{document}"/>
  <p:tag name="IGUANATEXSIZE" val="24"/>
  <p:tag name="IGUANATEXCURSOR" val="11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1.xml><?xml version="1.0" encoding="utf-8"?>
<p:tagLst xmlns:p="http://schemas.openxmlformats.org/presentationml/2006/main">
  <p:tag name="OUTPUTDPI" val="1200"/>
  <p:tag name="ORIGINALHEIGHT" val="150"/>
  <p:tag name="ORIGINALWIDTH" val="280.5"/>
  <p:tag name="LATEXADDIN" val="\documentclass{article}&#10;\usepackage{amsmath}&#10;\pagestyle{empty}&#10;\begin{document}&#10;&#10;$c=\frac{1}{2}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2.xml><?xml version="1.0" encoding="utf-8"?>
<p:tagLst xmlns:p="http://schemas.openxmlformats.org/presentationml/2006/main">
  <p:tag name="OUTPUTDPI" val="1200"/>
  <p:tag name="ORIGINALHEIGHT" val="600"/>
  <p:tag name="ORIGINALWIDTH" val="2751.75"/>
  <p:tag name="LATEXADDIN" val="\documentclass{article}&#10;\usepackage{amsmath}&#10;\pagestyle{empty}&#10;\begin{document}&#10;&#10;$\begin{aligned}&#10;f(z) &amp; =\left(x^2-y^2+x y\right)+i\left(2 x y+\frac{1}{2} y^2-\frac{1}{2} x^2+\frac{1}{2}\right) \\&#10;&amp; =z^2+\frac{1}{2 i} z^2+\frac{1}{2} i&#10;\end{aligned}$&#10;&#10;&#10;\end{document}"/>
  <p:tag name="IGUANATEXSIZE" val="24"/>
  <p:tag name="IGUANATEXCURSOR" val="25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3.xml><?xml version="1.0" encoding="utf-8"?>
<p:tagLst xmlns:p="http://schemas.openxmlformats.org/presentationml/2006/main">
  <p:tag name="TIMING" val="|29"/>
</p:tagLst>
</file>

<file path=ppt/tags/tag114.xml><?xml version="1.0" encoding="utf-8"?>
<p:tagLst xmlns:p="http://schemas.openxmlformats.org/presentationml/2006/main">
  <p:tag name="TIMING" val="|29"/>
</p:tagLst>
</file>

<file path=ppt/tags/tag115.xml><?xml version="1.0" encoding="utf-8"?>
<p:tagLst xmlns:p="http://schemas.openxmlformats.org/presentationml/2006/main">
  <p:tag name="OUTPUTDPI" val="1200"/>
  <p:tag name="ORIGINALHEIGHT" val="125.25"/>
  <p:tag name="ORIGINALWIDTH" val="1307.25"/>
  <p:tag name="LATEXADDIN" val="\documentclass{article}&#10;\usepackage{amsmath}&#10;\pagestyle{empty}&#10;\begin{document}&#10;&#10;$f(z)=e^x(\cos y+i\sin y)$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6.xml><?xml version="1.0" encoding="utf-8"?>
<p:tagLst xmlns:p="http://schemas.openxmlformats.org/presentationml/2006/main">
  <p:tag name="OUTPUTDPI" val="1200"/>
  <p:tag name="ORIGINALHEIGHT" val="84"/>
  <p:tag name="ORIGINALWIDTH" val="98.25"/>
  <p:tag name="LATEXADDIN" val="\documentclass{article}&#10;\usepackage{amsmath}&#10;\pagestyle{empty}&#10;\begin{document}&#10;&#10;$e^z$&#10;&#10;&#10;\end{document}"/>
  <p:tag name="IGUANATEXSIZE" val="28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7.xml><?xml version="1.0" encoding="utf-8"?>
<p:tagLst xmlns:p="http://schemas.openxmlformats.org/presentationml/2006/main">
  <p:tag name="OUTPUTDPI" val="1200"/>
  <p:tag name="ORIGINALHEIGHT" val="79.5"/>
  <p:tag name="ORIGINALWIDTH" val="266.25"/>
  <p:tag name="LATEXADDIN" val="\documentclass{article}&#10;\usepackage{amsmath}&#10;\pagestyle{empty}&#10;\begin{document}&#10;&#10;$\exp{z}$&#10;&#10;&#10;\end{document}"/>
  <p:tag name="IGUANATEXSIZE" val="28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8.xml><?xml version="1.0" encoding="utf-8"?>
<p:tagLst xmlns:p="http://schemas.openxmlformats.org/presentationml/2006/main">
  <p:tag name="OUTPUTDPI" val="1200"/>
  <p:tag name="ORIGINALHEIGHT" val="135"/>
  <p:tag name="ORIGINALWIDTH" val="2431.5"/>
  <p:tag name="LATEXADDIN" val="\documentclass{article}&#10;\usepackage{amsmath}&#10;\pagestyle{empty}&#10;\begin{document}&#10;&#10;$w={e}^z={e}^{x+i y}={e}^x \cdot {e}^{i y}={e}^x(\cos y+i \sin y)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19.xml><?xml version="1.0" encoding="utf-8"?>
<p:tagLst xmlns:p="http://schemas.openxmlformats.org/presentationml/2006/main">
  <p:tag name="TIMING" val="|29"/>
</p:tagLst>
</file>

<file path=ppt/tags/tag120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1.xml><?xml version="1.0" encoding="utf-8"?>
<p:tagLst xmlns:p="http://schemas.openxmlformats.org/presentationml/2006/main">
  <p:tag name="OUTPUTDPI" val="1200"/>
  <p:tag name="ORIGINALHEIGHT" val="109.5"/>
  <p:tag name="ORIGINALWIDTH" val="714"/>
  <p:tag name="LATEXADDIN" val="\documentclass{article}&#10;\usepackage{amsmath}&#10;\pagestyle{empty}&#10;\begin{document}&#10;&#10;$e^x, \sin y, \cos y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2.xml><?xml version="1.0" encoding="utf-8"?>
<p:tagLst xmlns:p="http://schemas.openxmlformats.org/presentationml/2006/main">
  <p:tag name="OUTPUTDPI" val="1200"/>
  <p:tag name="ORIGINALHEIGHT" val="84"/>
  <p:tag name="ORIGINALWIDTH" val="98.25"/>
  <p:tag name="LATEXADDIN" val="\documentclass{article}&#10;\usepackage{amsmath}&#10;\pagestyle{empty}&#10;\begin{document}&#10;&#10;$e^z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3.xml><?xml version="1.0" encoding="utf-8"?>
<p:tagLst xmlns:p="http://schemas.openxmlformats.org/presentationml/2006/main">
  <p:tag name="OUTPUTDPI" val="1200"/>
  <p:tag name="ORIGINALHEIGHT" val="108"/>
  <p:tag name="ORIGINALWIDTH" val="825.75"/>
  <p:tag name="LATEXADDIN" val="\documentclass{article}&#10;\usepackage{amsmath}&#10;\pagestyle{empty}&#10;\begin{document}&#10;&#10;$y=0, x \rightarrow+\infty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4.xml><?xml version="1.0" encoding="utf-8"?>
<p:tagLst xmlns:p="http://schemas.openxmlformats.org/presentationml/2006/main">
  <p:tag name="OUTPUTDPI" val="1200"/>
  <p:tag name="ORIGINALHEIGHT" val="93.75"/>
  <p:tag name="ORIGINALWIDTH" val="518.25"/>
  <p:tag name="LATEXADDIN" val="\documentclass{article}&#10;\usepackage{amsmath}&#10;\pagestyle{empty}&#10;\begin{document}&#10;&#10;$e^z\rightarrow +\infty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5.xml><?xml version="1.0" encoding="utf-8"?>
<p:tagLst xmlns:p="http://schemas.openxmlformats.org/presentationml/2006/main">
  <p:tag name="OUTPUTDPI" val="1200"/>
  <p:tag name="ORIGINALHEIGHT" val="108"/>
  <p:tag name="ORIGINALWIDTH" val="825.75"/>
  <p:tag name="LATEXADDIN" val="\documentclass{article}&#10;\usepackage{amsmath}&#10;\pagestyle{empty}&#10;\begin{document}&#10;&#10;$y=0,x\rightarrow-\infty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6.xml><?xml version="1.0" encoding="utf-8"?>
<p:tagLst xmlns:p="http://schemas.openxmlformats.org/presentationml/2006/main">
  <p:tag name="OUTPUTDPI" val="1200"/>
  <p:tag name="ORIGINALHEIGHT" val="85.5"/>
  <p:tag name="ORIGINALWIDTH" val="361.5"/>
  <p:tag name="LATEXADDIN" val="\documentclass{article}&#10;\usepackage{amsmath}&#10;\pagestyle{empty}&#10;\begin{document}&#10;&#10;$e^z\rightarrow 0$&#10;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7.xml><?xml version="1.0" encoding="utf-8"?>
<p:tagLst xmlns:p="http://schemas.openxmlformats.org/presentationml/2006/main">
  <p:tag name="OUTPUTDPI" val="1200"/>
  <p:tag name="ORIGINALHEIGHT" val="114.75"/>
  <p:tag name="ORIGINALWIDTH" val="333.75"/>
  <p:tag name="LATEXADDIN" val="\documentclass{article}&#10;\usepackage{amsmath}&#10;\pagestyle{empty}&#10;\begin{document}&#10;&#10;$e^z\neq 0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8.xml><?xml version="1.0" encoding="utf-8"?>
<p:tagLst xmlns:p="http://schemas.openxmlformats.org/presentationml/2006/main">
  <p:tag name="OUTPUTDPI" val="1200"/>
  <p:tag name="ORIGINALHEIGHT" val="114.75"/>
  <p:tag name="ORIGINALWIDTH" val="1330.5"/>
  <p:tag name="LATEXADDIN" val="\documentclass{article}&#10;\usepackage{amsmath}&#10;\pagestyle{empty}&#10;\begin{document}&#10;&#10;${e}^x&gt;0, \cos y+i \sin y \neq 0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29.xml><?xml version="1.0" encoding="utf-8"?>
<p:tagLst xmlns:p="http://schemas.openxmlformats.org/presentationml/2006/main">
  <p:tag name="OUTPUTDPI" val="1200"/>
  <p:tag name="ORIGINALHEIGHT" val="84"/>
  <p:tag name="ORIGINALWIDTH" val="98.25"/>
  <p:tag name="LATEXADDIN" val="\documentclass{article}&#10;\usepackage{amsmath}&#10;\pagestyle{empty}&#10;\begin{document}&#10;&#10;$e^z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0.xml><?xml version="1.0" encoding="utf-8"?>
<p:tagLst xmlns:p="http://schemas.openxmlformats.org/presentationml/2006/main">
  <p:tag name="TIMING" val="|29"/>
</p:tagLst>
</file>

<file path=ppt/tags/tag131.xml><?xml version="1.0" encoding="utf-8"?>
<p:tagLst xmlns:p="http://schemas.openxmlformats.org/presentationml/2006/main">
  <p:tag name="OUTPUTDPI" val="1200"/>
  <p:tag name="ORIGINALHEIGHT" val="108"/>
  <p:tag name="ORIGINALWIDTH" val="699"/>
  <p:tag name="LATEXADDIN" val="\documentclass{article}&#10;\usepackage{amsmath}&#10;\pagestyle{empty}&#10;\begin{document}&#10;&#10;$z_1=x_1+iy_1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2.xml><?xml version="1.0" encoding="utf-8"?>
<p:tagLst xmlns:p="http://schemas.openxmlformats.org/presentationml/2006/main">
  <p:tag name="OUTPUTDPI" val="1200"/>
  <p:tag name="ORIGINALHEIGHT" val="108"/>
  <p:tag name="ORIGINALWIDTH" val="701.25"/>
  <p:tag name="LATEXADDIN" val="\documentclass{article}&#10;\usepackage{amsmath}&#10;\pagestyle{empty}&#10;\begin{document}&#10;&#10;$z_2=x_2+iy_2$&#10;&#10;&#10;\end{document}"/>
  <p:tag name="IGUANATEXSIZE" val="24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3.xml><?xml version="1.0" encoding="utf-8"?>
<p:tagLst xmlns:p="http://schemas.openxmlformats.org/presentationml/2006/main">
  <p:tag name="OUTPUTDPI" val="1200"/>
  <p:tag name="ORIGINALHEIGHT" val="99.75"/>
  <p:tag name="ORIGINALWIDTH" val="885.75"/>
  <p:tag name="LATEXADDIN" val="\documentclass{article}&#10;\usepackage{amsmath}&#10;\pagestyle{empty}&#10;\begin{document}&#10;&#10;$e^{z_1+z_2}=e^{z_1}\cdot e^{z_2}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4.xml><?xml version="1.0" encoding="utf-8"?>
<p:tagLst xmlns:p="http://schemas.openxmlformats.org/presentationml/2006/main">
  <p:tag name="OUTPUTDPI" val="1200"/>
  <p:tag name="ORIGINALHEIGHT" val="711.75"/>
  <p:tag name="ORIGINALWIDTH" val="3000"/>
  <p:tag name="LATEXADDIN" val="\documentclass{article}&#10;\usepackage{amsmath}&#10;\pagestyle{empty}&#10;\begin{document}&#10;&#10;$\begin{aligned}&#10;{e}^{z_1} \cdot {e}^{z_2}= &amp; {e}^{x_1}\left(\cos y_1+i \sin y_1\right) \cdot {e}^{x_2}\left(\cos y_2+i \sin y_2\right) \\&#10;= &amp; {e}^{x_1+x_2}\left[\left(\cos y_1 \cos y_2-\sin y_1 \sin y_2\right)+\right. \\&#10;&amp; \left.\quad i\left(\sin y_1 \cos { }_2+\cos y_1 \sin y_2\right)\right] \\&#10;= &amp; {e}^{x_1+x_2}\left[\cos \left(y_1+y_2\right)+i \sin \left(y_1+y_2\right)\right]={e}^{z_1+z_2}&#10;\end{aligned}$&#10;&#10;&#10;\end{document}"/>
  <p:tag name="IGUANATEXSIZE" val="24"/>
  <p:tag name="IGUANATEXCURSOR" val="4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5.xml><?xml version="1.0" encoding="utf-8"?>
<p:tagLst xmlns:p="http://schemas.openxmlformats.org/presentationml/2006/main">
  <p:tag name="OUTPUTDPI" val="1200"/>
  <p:tag name="ORIGINALHEIGHT" val="87.75"/>
  <p:tag name="ORIGINALWIDTH" val="237"/>
  <p:tag name="LATEXADDIN" val="\documentclass{article}&#10;\usepackage{amsmath}&#10;\pagestyle{empty}&#10;\begin{document}&#10;&#10;$2k\pi i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6.xml><?xml version="1.0" encoding="utf-8"?>
<p:tagLst xmlns:p="http://schemas.openxmlformats.org/presentationml/2006/main">
  <p:tag name="OUTPUTDPI" val="1200"/>
  <p:tag name="ORIGINALHEIGHT" val="106.5"/>
  <p:tag name="ORIGINALWIDTH" val="1293.75"/>
  <p:tag name="LATEXADDIN" val="\documentclass{article}&#10;\usepackage{amsmath}&#10;\pagestyle{empty}&#10;\begin{document}&#10;&#10;${e}^{z+2 k \pi i}={e}^z \cdot {e}^{2 k \pi i}={e}^z$&#10;&#10;&#10;\end{document}"/>
  <p:tag name="IGUANATEXSIZE" val="24"/>
  <p:tag name="IGUANATEXCURSOR" val="10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7.xml><?xml version="1.0" encoding="utf-8"?>
<p:tagLst xmlns:p="http://schemas.openxmlformats.org/presentationml/2006/main">
  <p:tag name="TIMING" val="|29"/>
</p:tagLst>
</file>

<file path=ppt/tags/tag138.xml><?xml version="1.0" encoding="utf-8"?>
<p:tagLst xmlns:p="http://schemas.openxmlformats.org/presentationml/2006/main">
  <p:tag name="OUTPUTDPI" val="1200"/>
  <p:tag name="ORIGINALHEIGHT" val="84"/>
  <p:tag name="ORIGINALWIDTH" val="103.5"/>
  <p:tag name="LATEXADDIN" val="\documentclass{article}&#10;\usepackage{amsmath}&#10;\pagestyle{empty}&#10;\begin{document}&#10;&#10;$e^x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39.xml><?xml version="1.0" encoding="utf-8"?>
<p:tagLst xmlns:p="http://schemas.openxmlformats.org/presentationml/2006/main">
  <p:tag name="OUTPUTDPI" val="1200"/>
  <p:tag name="ORIGINALHEIGHT" val="112.5"/>
  <p:tag name="ORIGINALWIDTH" val="777"/>
  <p:tag name="LATEXADDIN" val="\documentclass{article}&#10;\usepackage{amsmath}&#10;\usepackage{amssymb}&#10;\pagestyle{empty}&#10;\begin{document}&#10;&#10;$y+2k\pi,k\in\mathbb{Z}$&#10;&#10;&#10;\end{document}"/>
  <p:tag name="IGUANATEXSIZE" val="24"/>
  <p:tag name="IGUANATEXCURSOR" val="10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0.xml><?xml version="1.0" encoding="utf-8"?>
<p:tagLst xmlns:p="http://schemas.openxmlformats.org/presentationml/2006/main">
  <p:tag name="TIMING" val="|29"/>
</p:tagLst>
</file>

<file path=ppt/tags/tag141.xml><?xml version="1.0" encoding="utf-8"?>
<p:tagLst xmlns:p="http://schemas.openxmlformats.org/presentationml/2006/main">
  <p:tag name="OUTPUTDPI" val="1200"/>
  <p:tag name="ORIGINALHEIGHT" val="84"/>
  <p:tag name="ORIGINALWIDTH" val="349.5"/>
  <p:tag name="LATEXADDIN" val="\documentclass{article}&#10;\usepackage{amsmath}&#10;\pagestyle{empty}&#10;\begin{document}&#10;&#10;$e^\omega=z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2.xml><?xml version="1.0" encoding="utf-8"?>
<p:tagLst xmlns:p="http://schemas.openxmlformats.org/presentationml/2006/main">
  <p:tag name="OUTPUTDPI" val="1200"/>
  <p:tag name="ORIGINALHEIGHT" val="125.25"/>
  <p:tag name="ORIGINALWIDTH" val="468.75"/>
  <p:tag name="LATEXADDIN" val="\documentclass{article}&#10;\usepackage{amsmath}&#10;\pagestyle{empty}&#10;\begin{document}&#10;&#10;$\omega=f(z)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3.xml><?xml version="1.0" encoding="utf-8"?>
<p:tagLst xmlns:p="http://schemas.openxmlformats.org/presentationml/2006/main">
  <p:tag name="OUTPUTDPI" val="1200"/>
  <p:tag name="ORIGINALHEIGHT" val="87.75"/>
  <p:tag name="ORIGINALWIDTH" val="408.75"/>
  <p:tag name="LATEXADDIN" val="\documentclass{article}&#10;\usepackage{amsmath}&#10;\pagestyle{empty}&#10;\begin{document}&#10;&#10;$\omega={\rm ln}z$&#10;&#10;&#10;\end{document}"/>
  <p:tag name="IGUANATEXSIZE" val="24"/>
  <p:tag name="IGUANATEXCURSOR" val="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4.xml><?xml version="1.0" encoding="utf-8"?>
<p:tagLst xmlns:p="http://schemas.openxmlformats.org/presentationml/2006/main">
  <p:tag name="OUTPUTDPI" val="1200"/>
  <p:tag name="ORIGINALHEIGHT" val="138"/>
  <p:tag name="ORIGINALWIDTH" val="1851"/>
  <p:tag name="LATEXADDIN" val="\documentclass{article}&#10;\usepackage{amsmath}&#10;\pagestyle{empty}&#10;\begin{document}&#10;&#10;$z=|z| {e}^{i \operatorname{arg} z}=r {e}^{i \theta}, \quad w=u+i v,$&#10;&#10;&#10;\end{document}"/>
  <p:tag name="IGUANATEXSIZE" val="24"/>
  <p:tag name="IGUANATEXCURSOR" val="11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5.xml><?xml version="1.0" encoding="utf-8"?>
<p:tagLst xmlns:p="http://schemas.openxmlformats.org/presentationml/2006/main">
  <p:tag name="OUTPUTDPI" val="1200"/>
  <p:tag name="ORIGINALHEIGHT" val="84"/>
  <p:tag name="ORIGINALWIDTH" val="349.5"/>
  <p:tag name="LATEXADDIN" val="\documentclass{article}&#10;\usepackage{amsmath}&#10;\pagestyle{empty}&#10;\begin{document}&#10;&#10;$e^\omega=z$&#10;&#10;&#10;\end{document}"/>
  <p:tag name="IGUANATEXSIZE" val="24"/>
  <p:tag name="IGUANATEXCURSOR" val="9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6.xml><?xml version="1.0" encoding="utf-8"?>
<p:tagLst xmlns:p="http://schemas.openxmlformats.org/presentationml/2006/main">
  <p:tag name="OUTPUTDPI" val="1200"/>
  <p:tag name="ORIGINALHEIGHT" val="107.25"/>
  <p:tag name="ORIGINALWIDTH" val="813.75"/>
  <p:tag name="LATEXADDIN" val="\documentclass{article}&#10;\usepackage{amsmath}&#10;\pagestyle{empty}&#10;\begin{document}&#10;&#10;${e}^u \cdot {e}^{i v}=r \cdot {e}^{i \theta}$&#10;&#10;&#10;\end{document}"/>
  <p:tag name="IGUANATEXSIZE" val="24"/>
  <p:tag name="IGUANATEXCURSOR" val="11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7.xml><?xml version="1.0" encoding="utf-8"?>
<p:tagLst xmlns:p="http://schemas.openxmlformats.org/presentationml/2006/main">
  <p:tag name="OUTPUTDPI" val="1200"/>
  <p:tag name="ORIGINALHEIGHT" val="299.25"/>
  <p:tag name="ORIGINALWIDTH" val="969.75"/>
  <p:tag name="LATEXADDIN" val="\documentclass{article}&#10;\usepackage{amsmath}&#10;\pagestyle{empty}&#10;\begin{document}&#10;&#10;$\left\{\begin{array}{l}&#10;u=\ln r=\ln |z| \\&#10;v=\theta=\operatorname{arg} z&#10;\end{array}\right.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8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16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49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16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0.xml><?xml version="1.0" encoding="utf-8"?>
<p:tagLst xmlns:p="http://schemas.openxmlformats.org/presentationml/2006/main">
  <p:tag name="OUTPUTDPI" val="1200"/>
  <p:tag name="ORIGINALHEIGHT" val="312"/>
  <p:tag name="ORIGINALWIDTH" val="2631"/>
  <p:tag name="LATEXADDIN" val="\documentclass{article}&#10;\usepackage{amsmath}&#10;\pagestyle{empty}&#10;\begin{document}&#10;&#10;$\begin{aligned}&#10;w &amp; =\operatorname{ln} z=\ln |z|+i \operatorname{arg} z \\&#10;&amp; =\ln |z|+i \operatorname{Arg} z+2 k \pi i, \quad(k=0, \pm 1, \pm 2, \cdots) &#10;\end{aligned}$&#10;&#10;&#10;\end{document}"/>
  <p:tag name="IGUANATEXSIZE" val="24"/>
  <p:tag name="IGUANATEXCURSOR" val="11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1.xml><?xml version="1.0" encoding="utf-8"?>
<p:tagLst xmlns:p="http://schemas.openxmlformats.org/presentationml/2006/main">
  <p:tag name="TIMING" val="|29"/>
</p:tagLst>
</file>

<file path=ppt/tags/tag152.xml><?xml version="1.0" encoding="utf-8"?>
<p:tagLst xmlns:p="http://schemas.openxmlformats.org/presentationml/2006/main">
  <p:tag name="OUTPUTDPI" val="1200"/>
  <p:tag name="ORIGINALHEIGHT" val="125.25"/>
  <p:tag name="ORIGINALWIDTH" val="2861.25"/>
  <p:tag name="LATEXADDIN" val="\documentclass{article}&#10;\usepackage{amsmath}&#10;\pagestyle{empty}&#10;\begin{document}&#10;&#10;$w=\operatorname{ln} z=\ln |z|+i \operatorname{Arg} z+2 k \pi i,(k=0, \pm 1, \pm 2, \cdots)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3.xml><?xml version="1.0" encoding="utf-8"?>
<p:tagLst xmlns:p="http://schemas.openxmlformats.org/presentationml/2006/main">
  <p:tag name="OUTPUTDPI" val="1200"/>
  <p:tag name="ORIGINALHEIGHT" val="87.75"/>
  <p:tag name="ORIGINALWIDTH" val="179.25"/>
  <p:tag name="LATEXADDIN" val="\documentclass{article}&#10;\usepackage{amsmath}&#10;\pagestyle{empty}&#10;\begin{document}&#10;&#10;$\operatorname{ln} z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4.xml><?xml version="1.0" encoding="utf-8"?>
<p:tagLst xmlns:p="http://schemas.openxmlformats.org/presentationml/2006/main">
  <p:tag name="OUTPUTDPI" val="1200"/>
  <p:tag name="ORIGINALHEIGHT" val="86.25"/>
  <p:tag name="ORIGINALWIDTH" val="201.75"/>
  <p:tag name="LATEXADDIN" val="\documentclass{article}&#10;\usepackage{amsmath}&#10;\pagestyle{empty}&#10;\begin{document}&#10;&#10;${\rm Ln} z$&#10;&#10;&#10;\end{document}"/>
  <p:tag name="IGUANATEXSIZE" val="24"/>
  <p:tag name="IGUANATEXCURSOR" val="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5.xml><?xml version="1.0" encoding="utf-8"?>
<p:tagLst xmlns:p="http://schemas.openxmlformats.org/presentationml/2006/main">
  <p:tag name="OUTPUTDPI" val="1200"/>
  <p:tag name="ORIGINALHEIGHT" val="125.25"/>
  <p:tag name="ORIGINALWIDTH" val="1152"/>
  <p:tag name="LATEXADDIN" val="\documentclass{article}&#10;\usepackage{amsmath}&#10;\pagestyle{empty}&#10;\begin{document}&#10;&#10;$\operatorname{Ln} z=\ln |z|+i \operatorname{Arg} z$&#10;&#10;&#10;\end{document}"/>
  <p:tag name="IGUANATEXSIZE" val="24"/>
  <p:tag name="IGUANATEXCURSOR" val="10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6.xml><?xml version="1.0" encoding="utf-8"?>
<p:tagLst xmlns:p="http://schemas.openxmlformats.org/presentationml/2006/main">
  <p:tag name="OUTPUTDPI" val="1200"/>
  <p:tag name="ORIGINALHEIGHT" val="87.75"/>
  <p:tag name="ORIGINALWIDTH" val="519"/>
  <p:tag name="LATEXADDIN" val="\documentclass{article}&#10;\usepackage{amsmath}&#10;\pagestyle{empty}&#10;\begin{document}&#10;&#10;$z=x&gt;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7.xml><?xml version="1.0" encoding="utf-8"?>
<p:tagLst xmlns:p="http://schemas.openxmlformats.org/presentationml/2006/main">
  <p:tag name="OUTPUTDPI" val="1200"/>
  <p:tag name="ORIGINALHEIGHT" val="87.75"/>
  <p:tag name="ORIGINALWIDTH" val="179.25"/>
  <p:tag name="LATEXADDIN" val="\documentclass{article}&#10;\usepackage{amsmath}&#10;\pagestyle{empty}&#10;\begin{document}&#10;&#10;$\operatorname{ln} z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8.xml><?xml version="1.0" encoding="utf-8"?>
<p:tagLst xmlns:p="http://schemas.openxmlformats.org/presentationml/2006/main">
  <p:tag name="OUTPUTDPI" val="1200"/>
  <p:tag name="ORIGINALHEIGHT" val="87.75"/>
  <p:tag name="ORIGINALWIDTH" val="186.75"/>
  <p:tag name="LATEXADDIN" val="\documentclass{article}&#10;\usepackage{amsmath}&#10;\pagestyle{empty}&#10;\begin{document}&#10;&#10;$\ln x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59.xml><?xml version="1.0" encoding="utf-8"?>
<p:tagLst xmlns:p="http://schemas.openxmlformats.org/presentationml/2006/main">
  <p:tag name="OUTPUTDPI" val="1200"/>
  <p:tag name="ORIGINALHEIGHT" val="97.5"/>
  <p:tag name="ORIGINALWIDTH" val="622.5"/>
  <p:tag name="LATEXADDIN" val="\documentclass{article}&#10;\usepackage{amsmath}&#10;\pagestyle{empty}&#10;\begin{document}&#10;&#10;$\operatorname{Ln}z+2k\pi i$&#10;&#10;&#10;\end{document}"/>
  <p:tag name="IGUANATEXSIZE" val="24"/>
  <p:tag name="IGUANATEXCURSOR" val="10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0.xml><?xml version="1.0" encoding="utf-8"?>
<p:tagLst xmlns:p="http://schemas.openxmlformats.org/presentationml/2006/main">
  <p:tag name="OUTPUTDPI" val="1200"/>
  <p:tag name="ORIGINALHEIGHT" val="87.75"/>
  <p:tag name="ORIGINALWIDTH" val="57"/>
  <p:tag name="LATEXADDIN" val="\documentclass{article}&#10;\usepackage{amsmath}&#10;\pagestyle{empty}&#10;\begin{document}&#10;&#10;$k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1.xml><?xml version="1.0" encoding="utf-8"?>
<p:tagLst xmlns:p="http://schemas.openxmlformats.org/presentationml/2006/main">
  <p:tag name="TIMING" val="|29"/>
</p:tagLst>
</file>

<file path=ppt/tags/tag162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3.xml><?xml version="1.0" encoding="utf-8"?>
<p:tagLst xmlns:p="http://schemas.openxmlformats.org/presentationml/2006/main">
  <p:tag name="OUTPUTDPI" val="1200"/>
  <p:tag name="ORIGINALHEIGHT" val="114.75"/>
  <p:tag name="ORIGINALWIDTH" val="333.75"/>
  <p:tag name="LATEXADDIN" val="\documentclass{article}&#10;\usepackage{amsmath}&#10;\pagestyle{empty}&#10;\begin{document}&#10;&#10;$e^z\neq 0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4.xml><?xml version="1.0" encoding="utf-8"?>
<p:tagLst xmlns:p="http://schemas.openxmlformats.org/presentationml/2006/main">
  <p:tag name="OUTPUTDPI" val="1200"/>
  <p:tag name="ORIGINALHEIGHT" val="113.25"/>
  <p:tag name="ORIGINALWIDTH" val="282"/>
  <p:tag name="LATEXADDIN" val="\documentclass{article}&#10;\usepackage{amsmath}&#10;\pagestyle{empty}&#10;\begin{document}&#10;&#10;$\operatorname{Arg}z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5.xml><?xml version="1.0" encoding="utf-8"?>
<p:tagLst xmlns:p="http://schemas.openxmlformats.org/presentationml/2006/main">
  <p:tag name="TIMING" val="|29"/>
</p:tagLst>
</file>

<file path=ppt/tags/tag166.xml><?xml version="1.0" encoding="utf-8"?>
<p:tagLst xmlns:p="http://schemas.openxmlformats.org/presentationml/2006/main">
  <p:tag name="OUTPUTDPI" val="1200"/>
  <p:tag name="ORIGINALHEIGHT" val="438.75"/>
  <p:tag name="ORIGINALWIDTH" val="1930.5"/>
  <p:tag name="LATEXADDIN" val="\documentclass{article}&#10;\usepackage{amsmath}&#10;\pagestyle{empty}&#10;\begin{document}&#10;&#10;$\begin{aligned}&#10;\operatorname{ln} z=&amp;\ln |z|+i \operatorname{Arg} z+2 k \pi i\\&#10;=&amp;\frac{1}{2}\ln(x^2+y^2)+i \operatorname{Arg} z+2 k \pi i&#10;\end{aligned}$&#10;&#10;&#10;\end{document}"/>
  <p:tag name="IGUANATEXSIZE" val="24"/>
  <p:tag name="IGUANATEXCURSOR" val="17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67.xml><?xml version="1.0" encoding="utf-8"?>
<p:tagLst xmlns:p="http://schemas.openxmlformats.org/presentationml/2006/main">
  <p:tag name="OUTPUTDPI" val="1200"/>
  <p:tag name="ORIGINALHEIGHT" val="748.5"/>
  <p:tag name="ORIGINALWIDTH" val="2222.25"/>
  <p:tag name="LATEXADDIN" val="\documentclass{article}&#10;\usepackage{amsmath}&#10;\usepackage{amssymb}&#10;\pagestyle{empty}&#10;\begin{document}&#10;&#10;\begin{align}&#10;{\rm Arg}~z=\left\{\begin{array}{cl}\arctan(\frac{y}{x}),&amp;x&gt;0,y \in\mathbb{R}\\&#10;\arctan(\frac{y}{x})+\pi,&amp;x&lt;0,y \geq0\\&#10;\arctan(\frac{y}{x})-\pi,&amp;x&lt;0,y &lt;0\\&#10;-\frac{\pi}{2},&amp;x=0,y &lt;0\\&#10;\frac{\pi}{2},&amp;x=0,y &gt;0\end{array}\right.\nonumber&#10;\end{align}&#10;&#10;&#10;\end{document}"/>
  <p:tag name="IGUANATEXSIZE" val="24"/>
  <p:tag name="IGUANATEXCURSOR" val="322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68.xml><?xml version="1.0" encoding="utf-8"?>
<p:tagLst xmlns:p="http://schemas.openxmlformats.org/presentationml/2006/main">
  <p:tag name="TIMING" val="|29"/>
</p:tagLst>
</file>

<file path=ppt/tags/tag169.xml><?xml version="1.0" encoding="utf-8"?>
<p:tagLst xmlns:p="http://schemas.openxmlformats.org/presentationml/2006/main">
  <p:tag name="OUTPUTDPI" val="1200"/>
  <p:tag name="ORIGINALHEIGHT" val="450"/>
  <p:tag name="ORIGINALWIDTH" val="2580"/>
  <p:tag name="LATEXADDIN" val="\documentclass{article}&#10;\usepackage{amsmath}&#10;\usepackage{amssymb}&#10;\pagestyle{empty}&#10;\begin{document}&#10;&#10;\begin{align}&#10;v(x,y)={\rm Arg}~z=\left\{\begin{array}{cl}\arccos(\frac{x}{\sqrt{x^2+y^2}}),&amp;y\geq 0\\&#10;-\arccos(\frac{x}{\sqrt{x^2+y^2}}),&amp;y&lt; 0\end{array}\right.\nonumber&#10;\end{align}&#10;&#10;&#10;\end{document}"/>
  <p:tag name="IGUANATEXSIZE" val="24"/>
  <p:tag name="IGUANATEXCURSOR" val="201"/>
  <p:tag name="TRANSPARENCY" val="True"/>
  <p:tag name="LATEXENGINEID" val="0"/>
  <p:tag name="TEMPFOLDER" val="C:\CTEX\iguanatex\"/>
  <p:tag name="LATEXFORMHEIGHT" val="312"/>
  <p:tag name="LATEXFORMWIDTH" val="384"/>
  <p:tag name="LATEXFORMWRAP" val="True"/>
  <p:tag name="BITMAPVECTOR" val="0"/>
</p:tagLst>
</file>

<file path=ppt/tags/tag170.xml><?xml version="1.0" encoding="utf-8"?>
<p:tagLst xmlns:p="http://schemas.openxmlformats.org/presentationml/2006/main">
  <p:tag name="OUTPUTDPI" val="1200"/>
  <p:tag name="ORIGINALHEIGHT" val="172.5"/>
  <p:tag name="ORIGINALWIDTH" val="1893.75"/>
  <p:tag name="LATEXADDIN" val="\documentclass{article}&#10;\usepackage{amsmath}&#10;\pagestyle{empty}&#10;\begin{document}&#10;&#10;$\frac{\partial v}{\partial x}=-\frac{y}{x^2+y^2},\quad\frac{\partial v}{\partial y}=\frac{x}{x^2+y^2},~y\neq0$&#10;&#10;&#10;\end{document}"/>
  <p:tag name="IGUANATEXSIZE" val="24"/>
  <p:tag name="IGUANATEXCURSOR" val="1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1.xml><?xml version="1.0" encoding="utf-8"?>
<p:tagLst xmlns:p="http://schemas.openxmlformats.org/presentationml/2006/main">
  <p:tag name="OUTPUTDPI" val="1200"/>
  <p:tag name="ORIGINALHEIGHT" val="150"/>
  <p:tag name="ORIGINALWIDTH" val="1212"/>
  <p:tag name="LATEXADDIN" val="\documentclass{article}&#10;\usepackage{amsmath}&#10;\pagestyle{empty}&#10;\begin{document}&#10;&#10;$u(x,y)=\frac{1}{2}\ln(x^2+y^2)$&#10;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2.xml><?xml version="1.0" encoding="utf-8"?>
<p:tagLst xmlns:p="http://schemas.openxmlformats.org/presentationml/2006/main">
  <p:tag name="OUTPUTDPI" val="1200"/>
  <p:tag name="ORIGINALHEIGHT" val="172.5"/>
  <p:tag name="ORIGINALWIDTH" val="1404"/>
  <p:tag name="LATEXADDIN" val="\documentclass{article}&#10;\usepackage{amsmath}&#10;\pagestyle{empty}&#10;\begin{document}&#10;&#10;$\frac{\partial u}{\partial x}=\frac{x}{x^2+y^2},\quad\frac{\partial u}{\partial y}=\frac{y}{x^2+y^2}$&#10;&#10;&#10;\end{document}"/>
  <p:tag name="IGUANATEXSIZE" val="24"/>
  <p:tag name="IGUANATEXCURSOR" val="17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3.xml><?xml version="1.0" encoding="utf-8"?>
<p:tagLst xmlns:p="http://schemas.openxmlformats.org/presentationml/2006/main">
  <p:tag name="TIMING" val="|29"/>
</p:tagLst>
</file>

<file path=ppt/tags/tag174.xml><?xml version="1.0" encoding="utf-8"?>
<p:tagLst xmlns:p="http://schemas.openxmlformats.org/presentationml/2006/main">
  <p:tag name="OUTPUTDPI" val="1200"/>
  <p:tag name="ORIGINALHEIGHT" val="430.5"/>
  <p:tag name="ORIGINALWIDTH" val="1227.75"/>
  <p:tag name="LATEXADDIN" val="\documentclass{article}&#10;\usepackage{amsmath}&#10;\pagestyle{empty}&#10;\begin{document}&#10;&#10;$\begin{aligned}&#10;&amp; \operatorname{ln}\left(z_1 z_2\right)=\operatorname{ln} z_1+\operatorname{ln} z_2 \\&#10;&amp; \operatorname{ln} \frac{z_1}{z_1}=\operatorname{ln} z_1-\operatorname{ln} z_2 .&#10;\end{aligned}$&#10;&#10;&#10;\end{document}"/>
  <p:tag name="IGUANATEXSIZE" val="24"/>
  <p:tag name="IGUANATEXCURSOR" val="23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5.xml><?xml version="1.0" encoding="utf-8"?>
<p:tagLst xmlns:p="http://schemas.openxmlformats.org/presentationml/2006/main">
  <p:tag name="TIMING" val="|29"/>
</p:tagLst>
</file>

<file path=ppt/tags/tag176.xml><?xml version="1.0" encoding="utf-8"?>
<p:tagLst xmlns:p="http://schemas.openxmlformats.org/presentationml/2006/main">
  <p:tag name="OUTPUTDPI" val="1200"/>
  <p:tag name="ORIGINALHEIGHT" val="125.25"/>
  <p:tag name="ORIGINALWIDTH" val="324.75"/>
  <p:tag name="LATEXADDIN" val="\documentclass{article}&#10;\usepackage{amsmath}&#10;\pagestyle{empty}&#10;\begin{document}&#10;&#10;$\ln(-i)$&#10;&#10;&#10;\end{document}"/>
  <p:tag name="IGUANATEXSIZE" val="28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7.xml><?xml version="1.0" encoding="utf-8"?>
<p:tagLst xmlns:p="http://schemas.openxmlformats.org/presentationml/2006/main">
  <p:tag name="OUTPUTDPI" val="1200"/>
  <p:tag name="ORIGINALHEIGHT" val="125.25"/>
  <p:tag name="ORIGINALWIDTH" val="441.75"/>
  <p:tag name="LATEXADDIN" val="\documentclass{article}&#10;\usepackage{amsmath}&#10;\pagestyle{empty}&#10;\begin{document}&#10;&#10;$\ln(1+i)$&#10;&#10;&#10;\end{document}"/>
  <p:tag name="IGUANATEXSIZE" val="28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8.xml><?xml version="1.0" encoding="utf-8"?>
<p:tagLst xmlns:p="http://schemas.openxmlformats.org/presentationml/2006/main">
  <p:tag name="OUTPUTDPI" val="1200"/>
  <p:tag name="ORIGINALHEIGHT" val="417"/>
  <p:tag name="ORIGINALWIDTH" val="1729.5"/>
  <p:tag name="LATEXADDIN" val="\documentclass{article}&#10;\usepackage{amsmath}&#10;\pagestyle{empty}&#10;\begin{document}&#10;&#10;$&#10;\begin{aligned}&#10;\ln(-i)=&amp;\ln 1+i\operatorname{Arg}(-i)+2k\pi i\\&#10;=&amp;\ln 1+i\left(-\frac{\pi}{2}\right)+2k\pi i&#10;\end{aligned}&#10;$&#10;&#10;&#10;\end{document}"/>
  <p:tag name="IGUANATEXSIZE" val="24"/>
  <p:tag name="IGUANATEXCURSOR" val="1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79.xml><?xml version="1.0" encoding="utf-8"?>
<p:tagLst xmlns:p="http://schemas.openxmlformats.org/presentationml/2006/main">
  <p:tag name="OUTPUTDPI" val="1200"/>
  <p:tag name="ORIGINALHEIGHT" val="417"/>
  <p:tag name="ORIGINALWIDTH" val="2242.5"/>
  <p:tag name="LATEXADDIN" val="\documentclass{article}&#10;\usepackage{amsmath}&#10;\pagestyle{empty}&#10;\begin{document}&#10;&#10;$\begin{aligned}&#10;\ln(1+i) &amp; =\ln |1+i|+i \operatorname{Arg} (1+i)+2 k \pi i \\&#10;&amp; =\ln \sqrt{2}+i\left(\frac{\pi}{4}\right)+2 k \pi i&#10;\end{aligned}$&#10;&#10;&#10;\end{document}"/>
  <p:tag name="IGUANATEXSIZE" val="24"/>
  <p:tag name="IGUANATEXCURSOR" val="16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0.xml><?xml version="1.0" encoding="utf-8"?>
<p:tagLst xmlns:p="http://schemas.openxmlformats.org/presentationml/2006/main">
  <p:tag name="OUTPUTDPI" val="1200"/>
  <p:tag name="ORIGINALHEIGHT" val="136.5"/>
  <p:tag name="ORIGINALWIDTH" val="771"/>
  <p:tag name="LATEXADDIN" val="\documentclass{article}&#10;\usepackage{amsmath}&#10;\pagestyle{empty}&#10;\begin{document}&#10;&#10;$\operatorname{Ln}(-i)=-\frac{\pi}{2} i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1.xml><?xml version="1.0" encoding="utf-8"?>
<p:tagLst xmlns:p="http://schemas.openxmlformats.org/presentationml/2006/main">
  <p:tag name="OUTPUTDPI" val="1200"/>
  <p:tag name="ORIGINALHEIGHT" val="151.5"/>
  <p:tag name="ORIGINALWIDTH" val="1225.5"/>
  <p:tag name="LATEXADDIN" val="\documentclass{article}&#10;\usepackage{amsmath}&#10;\pagestyle{empty}&#10;\begin{document}&#10;&#10;$\operatorname{Ln}(1+i)=\ln\sqrt{2}+ i\frac{\pi}{4}$&#10;&#10;&#10;\end{document}"/>
  <p:tag name="IGUANATEXSIZE" val="24"/>
  <p:tag name="IGUANATEXCURSOR" val="12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2.xml><?xml version="1.0" encoding="utf-8"?>
<p:tagLst xmlns:p="http://schemas.openxmlformats.org/presentationml/2006/main">
  <p:tag name="TIMING" val="|29"/>
</p:tagLst>
</file>

<file path=ppt/tags/tag183.xml><?xml version="1.0" encoding="utf-8"?>
<p:tagLst xmlns:p="http://schemas.openxmlformats.org/presentationml/2006/main">
  <p:tag name="OUTPUTDPI" val="1200"/>
  <p:tag name="ORIGINALHEIGHT" val="125.25"/>
  <p:tag name="ORIGINALWIDTH" val="344.25"/>
  <p:tag name="LATEXADDIN" val="\documentclass{article}&#10;\usepackage{amsmath}&#10;\pagestyle{empty}&#10;\begin{document}&#10;&#10;$\ln(-1)$&#10;&#10;&#10;\end{document}"/>
  <p:tag name="IGUANATEXSIZE" val="28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4.xml><?xml version="1.0" encoding="utf-8"?>
<p:tagLst xmlns:p="http://schemas.openxmlformats.org/presentationml/2006/main">
  <p:tag name="OUTPUTDPI" val="1200"/>
  <p:tag name="ORIGINALHEIGHT" val="87"/>
  <p:tag name="ORIGINALWIDTH" val="177"/>
  <p:tag name="LATEXADDIN" val="\documentclass{article}&#10;\usepackage{amsmath}&#10;\pagestyle{empty}&#10;\begin{document}&#10;&#10;$\ln2$&#10;&#10;&#10;\end{document}"/>
  <p:tag name="IGUANATEXSIZE" val="28"/>
  <p:tag name="IGUANATEXCURSOR" val="8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5.xml><?xml version="1.0" encoding="utf-8"?>
<p:tagLst xmlns:p="http://schemas.openxmlformats.org/presentationml/2006/main">
  <p:tag name="OUTPUTDPI" val="1200"/>
  <p:tag name="ORIGINALHEIGHT" val="312"/>
  <p:tag name="ORIGINALWIDTH" val="1767.75"/>
  <p:tag name="LATEXADDIN" val="\documentclass{article}&#10;\usepackage{amsmath}&#10;\pagestyle{empty}&#10;\begin{document}&#10;&#10;$&#10;\begin{aligned}&#10;\ln(-1)=&amp;\ln 1+i\operatorname{Arg}(-1)+2k\pi i\\&#10;=&amp;(2k+1)\pi i&#10;\end{aligned}&#10;$&#10;&#10;&#10;\end{document}"/>
  <p:tag name="IGUANATEXSIZE" val="24"/>
  <p:tag name="IGUANATEXCURSOR" val="15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6.xml><?xml version="1.0" encoding="utf-8"?>
<p:tagLst xmlns:p="http://schemas.openxmlformats.org/presentationml/2006/main">
  <p:tag name="OUTPUTDPI" val="1200"/>
  <p:tag name="ORIGINALHEIGHT" val="291"/>
  <p:tag name="ORIGINALWIDTH" val="1512"/>
  <p:tag name="LATEXADDIN" val="\documentclass{article}&#10;\usepackage{amsmath}&#10;\pagestyle{empty}&#10;\begin{document}&#10;&#10;$\begin{aligned}&#10;\ln2 &amp; =\ln 2+i \operatorname{Arg} (2)+2 k \pi i \\&#10;&amp; =\ln 2+2 k \pi i&#10;\end{aligned}$&#10;&#10;&#10;\end{document}"/>
  <p:tag name="IGUANATEXSIZE" val="24"/>
  <p:tag name="IGUANATEXCURSOR" val="15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7.xml><?xml version="1.0" encoding="utf-8"?>
<p:tagLst xmlns:p="http://schemas.openxmlformats.org/presentationml/2006/main">
  <p:tag name="OUTPUTDPI" val="1200"/>
  <p:tag name="ORIGINALHEIGHT" val="125.25"/>
  <p:tag name="ORIGINALWIDTH" val="677.25"/>
  <p:tag name="LATEXADDIN" val="\documentclass{article}&#10;\usepackage{amsmath}&#10;\pagestyle{empty}&#10;\begin{document}&#10;&#10;$\operatorname{Ln}(-1)=\pi i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8.xml><?xml version="1.0" encoding="utf-8"?>
<p:tagLst xmlns:p="http://schemas.openxmlformats.org/presentationml/2006/main">
  <p:tag name="OUTPUTDPI" val="1200"/>
  <p:tag name="ORIGINALHEIGHT" val="87"/>
  <p:tag name="ORIGINALWIDTH" val="573"/>
  <p:tag name="LATEXADDIN" val="\documentclass{article}&#10;\usepackage{amsmath}&#10;\pagestyle{empty}&#10;\begin{document}&#10;&#10;$\operatorname{Ln}2=\ln2 $&#10;&#10;&#10;\end{document}"/>
  <p:tag name="IGUANATEXSIZE" val="24"/>
  <p:tag name="IGUANATEXCURSOR" val="10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89.xml><?xml version="1.0" encoding="utf-8"?>
<p:tagLst xmlns:p="http://schemas.openxmlformats.org/presentationml/2006/main">
  <p:tag name="TIMING" val="|29"/>
</p:tagLst>
</file>

<file path=ppt/tags/tag190.xml><?xml version="1.0" encoding="utf-8"?>
<p:tagLst xmlns:p="http://schemas.openxmlformats.org/presentationml/2006/main">
  <p:tag name="OUTPUTDPI" val="1200"/>
  <p:tag name="ORIGINALHEIGHT" val="125.25"/>
  <p:tag name="ORIGINALWIDTH" val="903.75"/>
  <p:tag name="LATEXADDIN" val="\documentclass{article}&#10;\usepackage{amsmath}&#10;\pagestyle{empty}&#10;\begin{document}&#10;&#10;$f(z)=\operatorname{Ln}(1+z)$&#10;&#10;&#10;\end{document}"/>
  <p:tag name="IGUANATEXSIZE" val="28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1.xml><?xml version="1.0" encoding="utf-8"?>
<p:tagLst xmlns:p="http://schemas.openxmlformats.org/presentationml/2006/main">
  <p:tag name="OUTPUTDPI" val="1200"/>
  <p:tag name="ORIGINALHEIGHT" val="134.25"/>
  <p:tag name="ORIGINALWIDTH" val="663.75"/>
  <p:tag name="LATEXADDIN" val="\documentclass{article}&#10;\usepackage{amsmath}&#10;\pagestyle{empty}&#10;\begin{document}&#10;&#10;$g(z)=\operatorname{Ln} z^2$&#10;&#10;&#10;\end{document}"/>
  <p:tag name="IGUANATEXSIZE" val="28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2.xml><?xml version="1.0" encoding="utf-8"?>
<p:tagLst xmlns:p="http://schemas.openxmlformats.org/presentationml/2006/main">
  <p:tag name="OUTPUTDPI" val="1200"/>
  <p:tag name="ORIGINALHEIGHT" val="160.5"/>
  <p:tag name="ORIGINALWIDTH" val="1121.25"/>
  <p:tag name="LATEXADDIN" val="\documentclass{article}&#10;\usepackage{amsmath}&#10;\pagestyle{empty}&#10;\begin{document}&#10;&#10;$f^\prime(z)=\frac{1}{1+z}, \forall z\in D_1$&#10;&#10;&#10;\end{document}"/>
  <p:tag name="IGUANATEXSIZE" val="24"/>
  <p:tag name="IGUANATEXCURSOR" val="12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3.xml><?xml version="1.0" encoding="utf-8"?>
<p:tagLst xmlns:p="http://schemas.openxmlformats.org/presentationml/2006/main">
  <p:tag name="OUTPUTDPI" val="1200"/>
  <p:tag name="ORIGINALHEIGHT" val="150.75"/>
  <p:tag name="ORIGINALWIDTH" val="1509"/>
  <p:tag name="LATEXADDIN" val="\documentclass{article}&#10;\usepackage{amsmath}&#10;\pagestyle{empty}&#10;\begin{document}&#10;&#10;$f^\prime(z)=\frac{1}{z^2}\cdot 2z=\frac{2}{z}, \forall z\in D_2$&#10;&#10;&#10;\end{document}"/>
  <p:tag name="IGUANATEXSIZE" val="24"/>
  <p:tag name="IGUANATEXCURSOR" val="12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4.xml><?xml version="1.0" encoding="utf-8"?>
<p:tagLst xmlns:p="http://schemas.openxmlformats.org/presentationml/2006/main">
  <p:tag name="TIMING" val="|29"/>
</p:tagLst>
</file>

<file path=ppt/tags/tag195.xml><?xml version="1.0" encoding="utf-8"?>
<p:tagLst xmlns:p="http://schemas.openxmlformats.org/presentationml/2006/main">
  <p:tag name="OUTPUTDPI" val="1200"/>
  <p:tag name="ORIGINALHEIGHT" val="108"/>
  <p:tag name="ORIGINALWIDTH" val="552"/>
  <p:tag name="LATEXADDIN" val="\documentclass{article}&#10;\usepackage{amsmath}&#10;\pagestyle{empty}&#10;\begin{document}&#10;&#10;$z=x+iy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6.xml><?xml version="1.0" encoding="utf-8"?>
<p:tagLst xmlns:p="http://schemas.openxmlformats.org/presentationml/2006/main">
  <p:tag name="OUTPUTDPI" val="1200"/>
  <p:tag name="ORIGINALHEIGHT" val="132"/>
  <p:tag name="ORIGINALWIDTH" val="894.75"/>
  <p:tag name="LATEXADDIN" val="\documentclass{article}&#10;\usepackage{amsmath}&#10;\pagestyle{empty}&#10;\begin{document}&#10;&#10;$z^c=e^{c \ln z},z\neq0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7.xml><?xml version="1.0" encoding="utf-8"?>
<p:tagLst xmlns:p="http://schemas.openxmlformats.org/presentationml/2006/main">
  <p:tag name="OUTPUTDPI" val="1200"/>
  <p:tag name="ORIGINALHEIGHT" val="85.5"/>
  <p:tag name="ORIGINALWIDTH" val="333"/>
  <p:tag name="LATEXADDIN" val="\documentclass{article}&#10;\usepackage{amsmath}&#10;\pagestyle{empty}&#10;\begin{document}&#10;&#10;$z^c=0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8.xml><?xml version="1.0" encoding="utf-8"?>
<p:tagLst xmlns:p="http://schemas.openxmlformats.org/presentationml/2006/main">
  <p:tag name="OUTPUTDPI" val="1200"/>
  <p:tag name="ORIGINALHEIGHT" val="55.5"/>
  <p:tag name="ORIGINALWIDTH" val="49.5"/>
  <p:tag name="LATEXADDIN" val="\documentclass{article}&#10;\usepackage{amsmath}&#10;\pagestyle{empty}&#10;\begin{document}&#10;&#10;$c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199.xml><?xml version="1.0" encoding="utf-8"?>
<p:tagLst xmlns:p="http://schemas.openxmlformats.org/presentationml/2006/main">
  <p:tag name="OUTPUTDPI" val="1200"/>
  <p:tag name="ORIGINALHEIGHT" val="84.75"/>
  <p:tag name="ORIGINALWIDTH" val="282"/>
  <p:tag name="LATEXADDIN" val="\documentclass{article}&#10;\usepackage{amsmath}&#10;\pagestyle{empty}&#10;\begin{document}&#10;&#10;$z=0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0.xml><?xml version="1.0" encoding="utf-8"?>
<p:tagLst xmlns:p="http://schemas.openxmlformats.org/presentationml/2006/main">
  <p:tag name="OUTPUTDPI" val="1200"/>
  <p:tag name="ORIGINALHEIGHT" val="84"/>
  <p:tag name="ORIGINALWIDTH" val="102"/>
  <p:tag name="LATEXADDIN" val="\documentclass{article}&#10;\usepackage{amsmath}&#10;\pagestyle{empty}&#10;\begin{document}&#10;&#10;$z^c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1.xml><?xml version="1.0" encoding="utf-8"?>
<p:tagLst xmlns:p="http://schemas.openxmlformats.org/presentationml/2006/main">
  <p:tag name="OUTPUTDPI" val="1200"/>
  <p:tag name="ORIGINALHEIGHT" val="105.75"/>
  <p:tag name="ORIGINALWIDTH" val="294"/>
  <p:tag name="LATEXADDIN" val="\documentclass{article}&#10;\usepackage{amsmath}&#10;\pagestyle{empty}&#10;\begin{document}&#10;&#10;$e^{c\operatorname{Ln}z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2.xml><?xml version="1.0" encoding="utf-8"?>
<p:tagLst xmlns:p="http://schemas.openxmlformats.org/presentationml/2006/main">
  <p:tag name="TIMING" val="|29"/>
</p:tagLst>
</file>

<file path=ppt/tags/tag203.xml><?xml version="1.0" encoding="utf-8"?>
<p:tagLst xmlns:p="http://schemas.openxmlformats.org/presentationml/2006/main">
  <p:tag name="OUTPUTDPI" val="1200"/>
  <p:tag name="ORIGINALHEIGHT" val="106.5"/>
  <p:tag name="ORIGINALWIDTH" val="1068"/>
  <p:tag name="LATEXADDIN" val="\documentclass{article}&#10;\usepackage{amsmath}&#10;\pagestyle{empty}&#10;\begin{document}&#10;&#10;$z^n=e^{n\ln z}=e^{n \operatorname{Ln}z}$&#10;&#10;&#10;\end{document}"/>
  <p:tag name="IGUANATEXSIZE" val="24"/>
  <p:tag name="IGUANATEXCURSOR" val="10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4.xml><?xml version="1.0" encoding="utf-8"?>
<p:tagLst xmlns:p="http://schemas.openxmlformats.org/presentationml/2006/main">
  <p:tag name="OUTPUTDPI" val="1200"/>
  <p:tag name="ORIGINALHEIGHT" val="84"/>
  <p:tag name="ORIGINALWIDTH" val="102"/>
  <p:tag name="LATEXADDIN" val="\documentclass{article}&#10;\usepackage{amsmath}&#10;\pagestyle{empty}&#10;\begin{document}&#10;&#10;$z^c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5.xml><?xml version="1.0" encoding="utf-8"?>
<p:tagLst xmlns:p="http://schemas.openxmlformats.org/presentationml/2006/main">
  <p:tag name="OUTPUTDPI" val="1200"/>
  <p:tag name="ORIGINALHEIGHT" val="134.25"/>
  <p:tag name="ORIGINALWIDTH" val="681.75"/>
  <p:tag name="LATEXADDIN" val="\documentclass{article}&#10;\usepackage{amsmath}&#10;\pagestyle{empty}&#10;\begin{document}&#10;&#10;$(z^c)^\prime=c z^{c-1}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6.xml><?xml version="1.0" encoding="utf-8"?>
<p:tagLst xmlns:p="http://schemas.openxmlformats.org/presentationml/2006/main">
  <p:tag name="OUTPUTDPI" val="1200"/>
  <p:tag name="ORIGINALHEIGHT" val="150.75"/>
  <p:tag name="ORIGINALWIDTH" val="497.25"/>
  <p:tag name="LATEXADDIN" val="\documentclass{article}&#10;\usepackage{amsmath}&#10;\pagestyle{empty}&#10;\begin{document}&#10;&#10;$z^{-n}=\frac{1}{z^n}$&#10;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7.xml><?xml version="1.0" encoding="utf-8"?>
<p:tagLst xmlns:p="http://schemas.openxmlformats.org/presentationml/2006/main">
  <p:tag name="OUTPUTDPI" val="1200"/>
  <p:tag name="ORIGINALHEIGHT" val="84"/>
  <p:tag name="ORIGINALWIDTH" val="102"/>
  <p:tag name="LATEXADDIN" val="\documentclass{article}&#10;\usepackage{amsmath}&#10;\pagestyle{empty}&#10;\begin{document}&#10;&#10;$z^c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8.xml><?xml version="1.0" encoding="utf-8"?>
<p:tagLst xmlns:p="http://schemas.openxmlformats.org/presentationml/2006/main">
  <p:tag name="OUTPUTDPI" val="1200"/>
  <p:tag name="ORIGINALHEIGHT" val="134.25"/>
  <p:tag name="ORIGINALWIDTH" val="681.75"/>
  <p:tag name="LATEXADDIN" val="\documentclass{article}&#10;\usepackage{amsmath}&#10;\pagestyle{empty}&#10;\begin{document}&#10;&#10;$(z^c)^\prime=c z^{c-1}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09.xml><?xml version="1.0" encoding="utf-8"?>
<p:tagLst xmlns:p="http://schemas.openxmlformats.org/presentationml/2006/main">
  <p:tag name="OUTPUTDPI" val="1200"/>
  <p:tag name="ORIGINALHEIGHT" val="103.5"/>
  <p:tag name="ORIGINALWIDTH" val="332.25"/>
  <p:tag name="LATEXADDIN" val="\documentclass{article}&#10;\usepackage{amsmath}&#10;\pagestyle{empty}&#10;\begin{document}&#10;&#10;$z^0=1$&#10;&#10;&#10;\end{document}"/>
  <p:tag name="IGUANATEXSIZE" val="24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0.xml><?xml version="1.0" encoding="utf-8"?>
<p:tagLst xmlns:p="http://schemas.openxmlformats.org/presentationml/2006/main">
  <p:tag name="TIMING" val="|29"/>
</p:tagLst>
</file>

<file path=ppt/tags/tag211.xml><?xml version="1.0" encoding="utf-8"?>
<p:tagLst xmlns:p="http://schemas.openxmlformats.org/presentationml/2006/main">
  <p:tag name="OUTPUTDPI" val="1200"/>
  <p:tag name="ORIGINALHEIGHT" val="126.75"/>
  <p:tag name="ORIGINALWIDTH" val="618.75"/>
  <p:tag name="LATEXADDIN" val="\documentclass{article}&#10;\usepackage{amsmath}&#10;\pagestyle{empty}&#10;\begin{document}&#10;&#10;$z^{\frac{m}{n}}=\sqrt[n]{z^m}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2.xml><?xml version="1.0" encoding="utf-8"?>
<p:tagLst xmlns:p="http://schemas.openxmlformats.org/presentationml/2006/main">
  <p:tag name="OUTPUTDPI" val="1200"/>
  <p:tag name="ORIGINALHEIGHT" val="84"/>
  <p:tag name="ORIGINALWIDTH" val="102"/>
  <p:tag name="LATEXADDIN" val="\documentclass{article}&#10;\usepackage{amsmath}&#10;\pagestyle{empty}&#10;\begin{document}&#10;&#10;$z^c$&#10;&#10;&#10;\end{document}"/>
  <p:tag name="IGUANATEXSIZE" val="24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3.xml><?xml version="1.0" encoding="utf-8"?>
<p:tagLst xmlns:p="http://schemas.openxmlformats.org/presentationml/2006/main">
  <p:tag name="OUTPUTDPI" val="1200"/>
  <p:tag name="ORIGINALHEIGHT" val="134.25"/>
  <p:tag name="ORIGINALWIDTH" val="681.75"/>
  <p:tag name="LATEXADDIN" val="\documentclass{article}&#10;\usepackage{amsmath}&#10;\pagestyle{empty}&#10;\begin{document}&#10;&#10;$(z^c)^\prime=c z^{c-1}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4.xml><?xml version="1.0" encoding="utf-8"?>
<p:tagLst xmlns:p="http://schemas.openxmlformats.org/presentationml/2006/main">
  <p:tag name="OUTPUTDPI" val="1200"/>
  <p:tag name="ORIGINALHEIGHT" val="100.5"/>
  <p:tag name="ORIGINALWIDTH" val="290.25"/>
  <p:tag name="LATEXADDIN" val="\documentclass{article}&#10;\usepackage{amsmath}&#10;\pagestyle{empty}&#10;\begin{document}&#10;&#10;$n\geq 1$&#10;&#10;&#10;\end{document}"/>
  <p:tag name="IGUANATEXSIZE" val="24"/>
  <p:tag name="IGUANATEXCURSOR" val="8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5.xml><?xml version="1.0" encoding="utf-8"?>
<p:tagLst xmlns:p="http://schemas.openxmlformats.org/presentationml/2006/main">
  <p:tag name="OUTPUTDPI" val="1200"/>
  <p:tag name="ORIGINALHEIGHT" val="134.25"/>
  <p:tag name="ORIGINALWIDTH" val="681.75"/>
  <p:tag name="LATEXADDIN" val="\documentclass{article}&#10;\usepackage{amsmath}&#10;\pagestyle{empty}&#10;\begin{document}&#10;&#10;$(z^c)^\prime=c z^{c-1}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6.xml><?xml version="1.0" encoding="utf-8"?>
<p:tagLst xmlns:p="http://schemas.openxmlformats.org/presentationml/2006/main">
  <p:tag name="OUTPUTDPI" val="1200"/>
  <p:tag name="ORIGINALHEIGHT" val="114.75"/>
  <p:tag name="ORIGINALWIDTH" val="432.75"/>
  <p:tag name="LATEXADDIN" val="\documentclass{article}&#10;\usepackage{amsmath}&#10;\pagestyle{empty}&#10;\begin{document}&#10;&#10;${\rm Im}z\neq0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7.xml><?xml version="1.0" encoding="utf-8"?>
<p:tagLst xmlns:p="http://schemas.openxmlformats.org/presentationml/2006/main">
  <p:tag name="TIMING" val="|29"/>
</p:tagLst>
</file>

<file path=ppt/tags/tag218.xml><?xml version="1.0" encoding="utf-8"?>
<p:tagLst xmlns:p="http://schemas.openxmlformats.org/presentationml/2006/main">
  <p:tag name="OUTPUTDPI" val="1200"/>
  <p:tag name="ORIGINALHEIGHT" val="104.25"/>
  <p:tag name="ORIGINALWIDTH" val="70.5"/>
  <p:tag name="LATEXADDIN" val="\documentclass{article}&#10;\usepackage{amsmath}&#10;\pagestyle{empty}&#10;\begin{document}&#10;&#10;$i^i$&#10;&#10;&#10;\end{document}"/>
  <p:tag name="IGUANATEXSIZE" val="28"/>
  <p:tag name="IGUANATEXCURSOR" val="8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19.xml><?xml version="1.0" encoding="utf-8"?>
<p:tagLst xmlns:p="http://schemas.openxmlformats.org/presentationml/2006/main">
  <p:tag name="OUTPUTDPI" val="1200"/>
  <p:tag name="ORIGINALHEIGHT" val="122.25"/>
  <p:tag name="ORIGINALWIDTH" val="183"/>
  <p:tag name="LATEXADDIN" val="\documentclass{article}&#10;\usepackage{amsmath}&#10;\pagestyle{empty}&#10;\begin{document}&#10;&#10;$1^{\sqrt{2}}$&#10;&#10;&#10;\end{document}"/>
  <p:tag name="IGUANATEXSIZE" val="28"/>
  <p:tag name="IGUANATEXCURSOR" val="9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0.xml><?xml version="1.0" encoding="utf-8"?>
<p:tagLst xmlns:p="http://schemas.openxmlformats.org/presentationml/2006/main">
  <p:tag name="OUTPUTDPI" val="1200"/>
  <p:tag name="ORIGINALHEIGHT" val="402.75"/>
  <p:tag name="ORIGINALWIDTH" val="1862.25"/>
  <p:tag name="LATEXADDIN" val="\documentclass{article}&#10;\usepackage{amsmath}&#10;\pagestyle{empty}&#10;\begin{document}&#10;&#10;$\begin{aligned}&#10;i^i=&amp;\mathrm{e}^{i \operatorname{Ln} i}=\mathrm{e}^{i\left(\frac{\pi}{2} i+2 k \pi i\right)}\\&#10;=&amp;\mathrm{e}^{-\left(\frac{\pi}{2}+2 k \pi\right)},(k=0, \pm 1, \pm 2, \cdots)&#10;\end{aligned}$&#10;&#10;&#10;\end{document}"/>
  <p:tag name="IGUANATEXSIZE" val="24"/>
  <p:tag name="IGUANATEXCURSOR" val="10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1.xml><?xml version="1.0" encoding="utf-8"?>
<p:tagLst xmlns:p="http://schemas.openxmlformats.org/presentationml/2006/main">
  <p:tag name="OUTPUTDPI" val="1200"/>
  <p:tag name="ORIGINALHEIGHT" val="106.5"/>
  <p:tag name="ORIGINALWIDTH" val="199.5"/>
  <p:tag name="LATEXADDIN" val="\documentclass{article}&#10;\usepackage{amsmath}&#10;\pagestyle{empty}&#10;\begin{document}&#10;&#10;$e^{-\frac{\pi}{2}}$&#10;&#10;&#10;\end{document}"/>
  <p:tag name="IGUANATEXSIZE" val="24"/>
  <p:tag name="IGUANATEXCURSOR" val="8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2.xml><?xml version="1.0" encoding="utf-8"?>
<p:tagLst xmlns:p="http://schemas.openxmlformats.org/presentationml/2006/main">
  <p:tag name="OUTPUTDPI" val="1200"/>
  <p:tag name="ORIGINALHEIGHT" val="373.5"/>
  <p:tag name="ORIGINALWIDTH" val="3039.75"/>
  <p:tag name="LATEXADDIN" val="\documentclass{article}&#10;\usepackage{amsmath}&#10;\pagestyle{empty}&#10;\begin{document}&#10;&#10;$\begin{aligned}&#10;{1}^{\sqrt{2}} &amp; ={e}^{\sqrt{2} \operatorname{Ln} 1}={e}^{\sqrt{2}[0+i(0+2 k \pi)]}={e}^{2 \sqrt{2} k \pi i} \\&#10;&amp; =\cos (2 \sqrt{2} k \pi)+i \sin (2 \sqrt{2} k \pi), \quad(k=0, \pm 1, \pm 2, \cdots)&#10;\end{aligned}$&#10;&#10;&#10;\end{document}"/>
  <p:tag name="IGUANATEXSIZE" val="24"/>
  <p:tag name="IGUANATEXCURSOR" val="18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3.xml><?xml version="1.0" encoding="utf-8"?>
<p:tagLst xmlns:p="http://schemas.openxmlformats.org/presentationml/2006/main">
  <p:tag name="OUTPUTDPI" val="1200"/>
  <p:tag name="ORIGINALHEIGHT" val="82.5"/>
  <p:tag name="ORIGINALWIDTH" val="41.25"/>
  <p:tag name="LATEXADDIN" val="\documentclass{article}&#10;\usepackage{amsmath}&#10;\pagestyle{empty}&#10;\begin{document}&#10;&#10;$1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4.xml><?xml version="1.0" encoding="utf-8"?>
<p:tagLst xmlns:p="http://schemas.openxmlformats.org/presentationml/2006/main">
  <p:tag name="TIMING" val="|29"/>
</p:tagLst>
</file>

<file path=ppt/tags/tag225.xml><?xml version="1.0" encoding="utf-8"?>
<p:tagLst xmlns:p="http://schemas.openxmlformats.org/presentationml/2006/main">
  <p:tag name="OUTPUTDPI" val="1200"/>
  <p:tag name="ORIGINALHEIGHT" val="150.75"/>
  <p:tag name="ORIGINALWIDTH" val="2506.5"/>
  <p:tag name="LATEXADDIN" val="\documentclass{article}&#10;\usepackage{amsmath}&#10;\pagestyle{empty}&#10;\begin{document}&#10;&#10;$\cos \theta=\frac{1}{2}\left(\mathrm{e}^{i \theta}+\mathrm{e}^{-i \theta}\right), \quad \sin \theta=\frac{1}{2 i}\left(\mathrm{e}^{i \theta}-\mathrm{e}^{-i \theta}\right)$&#10;&#10;&#10;\end{document}"/>
  <p:tag name="IGUANATEXSIZE" val="24"/>
  <p:tag name="IGUANATEXCURSOR" val="252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6.xml><?xml version="1.0" encoding="utf-8"?>
<p:tagLst xmlns:p="http://schemas.openxmlformats.org/presentationml/2006/main">
  <p:tag name="OUTPUTDPI" val="1200"/>
  <p:tag name="ORIGINALHEIGHT" val="150.75"/>
  <p:tag name="ORIGINALWIDTH" val="1134.75"/>
  <p:tag name="LATEXADDIN" val="\documentclass{article}&#10;\usepackage{amsmath}&#10;\pagestyle{empty}&#10;\begin{document}&#10;&#10;$\cos z=\frac{1}{2}\left(\mathrm{e}^{i z}+\mathrm{e}^{-i z}\right)$&#10;&#10;&#10;\end{document}"/>
  <p:tag name="IGUANATEXSIZE" val="24"/>
  <p:tag name="IGUANATEXCURSOR" val="14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7.xml><?xml version="1.0" encoding="utf-8"?>
<p:tagLst xmlns:p="http://schemas.openxmlformats.org/presentationml/2006/main">
  <p:tag name="OUTPUTDPI" val="1200"/>
  <p:tag name="ORIGINALHEIGHT" val="150.75"/>
  <p:tag name="ORIGINALWIDTH" val="1155.75"/>
  <p:tag name="LATEXADDIN" val="\documentclass{article}&#10;\usepackage{amsmath}&#10;\pagestyle{empty}&#10;\begin{document}&#10;&#10;$\sin z=\frac{1}{2 i}\left(\mathrm{e}^{i z}-\mathrm{e}^{-i z}\right)$&#10;&#10;&#10;\end{document}"/>
  <p:tag name="IGUANATEXSIZE" val="24"/>
  <p:tag name="IGUANATEXCURSOR" val="14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8.xml><?xml version="1.0" encoding="utf-8"?>
<p:tagLst xmlns:p="http://schemas.openxmlformats.org/presentationml/2006/main">
  <p:tag name="OUTPUTDPI" val="1200"/>
  <p:tag name="ORIGINALHEIGHT" val="553.5"/>
  <p:tag name="ORIGINALWIDTH" val="1570.5"/>
  <p:tag name="LATEXADDIN" val="\documentclass{article}&#10;\usepackage{amsmath}&#10;\pagestyle{empty}&#10;\begin{document}&#10;&#10;$\begin{aligned}&#10;&amp; \tan z=\frac{\sin z}{\cos z}, \quad \cot z=\frac{\cos z}{\sin z} \\&#10;&amp; \sec z=\frac{1}{\cos z}, \quad \csc z=\frac{1}{\sin z}&#10;\end{aligned}$&#10;&#10;&#10;\end{document}"/>
  <p:tag name="IGUANATEXSIZE" val="24"/>
  <p:tag name="IGUANATEXCURSOR" val="23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29.xml><?xml version="1.0" encoding="utf-8"?>
<p:tagLst xmlns:p="http://schemas.openxmlformats.org/presentationml/2006/main">
  <p:tag name="TIMING" val="|29"/>
</p:tagLst>
</file>

<file path=ppt/tags/tag230.xml><?xml version="1.0" encoding="utf-8"?>
<p:tagLst xmlns:p="http://schemas.openxmlformats.org/presentationml/2006/main">
  <p:tag name="OUTPUTDPI" val="1200"/>
  <p:tag name="ORIGINALHEIGHT" val="125.25"/>
  <p:tag name="ORIGINALWIDTH" val="2348.25"/>
  <p:tag name="LATEXADDIN" val="\documentclass{article}&#10;\usepackage{amsmath}&#10;\pagestyle{empty}&#10;\begin{document}&#10;&#10;$\cos(z+2k\pi)=\cos z,\quad\sin(z+2k\pi)=\sin z$&#10;&#10;&#10;\end{document}"/>
  <p:tag name="IGUANATEXSIZE" val="24"/>
  <p:tag name="IGUANATEXCURSOR" val="12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1.xml><?xml version="1.0" encoding="utf-8"?>
<p:tagLst xmlns:p="http://schemas.openxmlformats.org/presentationml/2006/main">
  <p:tag name="OUTPUTDPI" val="1200"/>
  <p:tag name="ORIGINALHEIGHT" val="125.25"/>
  <p:tag name="ORIGINALWIDTH" val="1851.75"/>
  <p:tag name="LATEXADDIN" val="\documentclass{article}&#10;\usepackage{amsmath}&#10;\pagestyle{empty}&#10;\begin{document}&#10;&#10;$(\cos z)^{\prime}=-\sin z, \quad(\sin z)^{\prime}=\cos z$&#10;&#10;&#10;\end{document}"/>
  <p:tag name="IGUANATEXSIZE" val="24"/>
  <p:tag name="IGUANATEXCURSOR" val="13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2.xml><?xml version="1.0" encoding="utf-8"?>
<p:tagLst xmlns:p="http://schemas.openxmlformats.org/presentationml/2006/main">
  <p:tag name="OUTPUTDPI" val="1200"/>
  <p:tag name="ORIGINALHEIGHT" val="125.25"/>
  <p:tag name="ORIGINALWIDTH" val="1197"/>
  <p:tag name="LATEXADDIN" val="\documentclass{article}&#10;\usepackage{amsmath}&#10;\pagestyle{empty}&#10;\begin{document}&#10;&#10;$|\cos z|\leq1 ,~|\sin z|\leq1$&#10;&#10;&#10;\end{document}"/>
  <p:tag name="IGUANATEXSIZE" val="24"/>
  <p:tag name="IGUANATEXCURSOR" val="9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3.xml><?xml version="1.0" encoding="utf-8"?>
<p:tagLst xmlns:p="http://schemas.openxmlformats.org/presentationml/2006/main">
  <p:tag name="TIMING" val="|29"/>
</p:tagLst>
</file>

<file path=ppt/tags/tag234.xml><?xml version="1.0" encoding="utf-8"?>
<p:tagLst xmlns:p="http://schemas.openxmlformats.org/presentationml/2006/main">
  <p:tag name="OUTPUTDPI" val="1200"/>
  <p:tag name="ORIGINALHEIGHT" val="83.25"/>
  <p:tag name="ORIGINALWIDTH" val="220.5"/>
  <p:tag name="LATEXADDIN" val="\documentclass{article}&#10;\usepackage{amsmath}&#10;\pagestyle{empty}&#10;\begin{document}&#10;&#10;$\cos i$&#10;&#10;&#10;\end{document}"/>
  <p:tag name="IGUANATEXSIZE" val="28"/>
  <p:tag name="IGUANATEXCURSOR" val="8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5.xml><?xml version="1.0" encoding="utf-8"?>
<p:tagLst xmlns:p="http://schemas.openxmlformats.org/presentationml/2006/main">
  <p:tag name="OUTPUTDPI" val="1200"/>
  <p:tag name="ORIGINALHEIGHT" val="125.25"/>
  <p:tag name="ORIGINALWIDTH" val="552.75"/>
  <p:tag name="LATEXADDIN" val="\documentclass{article}&#10;\usepackage{amsmath}&#10;\pagestyle{empty}&#10;\begin{document}&#10;&#10;$\sin(1+2i)$&#10;&#10;&#10;\end{document}"/>
  <p:tag name="IGUANATEXSIZE" val="28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6.xml><?xml version="1.0" encoding="utf-8"?>
<p:tagLst xmlns:p="http://schemas.openxmlformats.org/presentationml/2006/main">
  <p:tag name="OUTPUTDPI" val="1200"/>
  <p:tag name="ORIGINALHEIGHT" val="922.5"/>
  <p:tag name="ORIGINALWIDTH" val="2800.5"/>
  <p:tag name="LATEXADDIN" val="\documentclass{article}&#10;\usepackage{amsmath}&#10;\pagestyle{empty}&#10;\begin{document}&#10;&#10;$\begin{aligned}&#10;\sin (1+2 i) &amp; =\frac{{e}^{i(1+2 i)}-{e}^{-i(1+2 i)}}{2 i} \\&#10;&amp; =\frac{{e}^{-2}(\cos 1+i \sin 1)-{e}^2(\cos 1-i \sin 1)}{2 i} \\&#10;&amp; =\frac{{e}^2+{e}^{-2}}{2} \sin 1+i \frac{{e}^2-{e}^{-2}}{2} \cos 1&#10;\end{aligned}$&#10;&#10;&#10;\end{document}"/>
  <p:tag name="IGUANATEXSIZE" val="24"/>
  <p:tag name="IGUANATEXCURSOR" val="23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7.xml><?xml version="1.0" encoding="utf-8"?>
<p:tagLst xmlns:p="http://schemas.openxmlformats.org/presentationml/2006/main">
  <p:tag name="OUTPUTDPI" val="1200"/>
  <p:tag name="ORIGINALHEIGHT" val="171.75"/>
  <p:tag name="ORIGINALWIDTH" val="1323"/>
  <p:tag name="LATEXADDIN" val="\documentclass{article}&#10;\usepackage{amsmath}&#10;\pagestyle{empty}&#10;\begin{document}&#10;&#10;$\cos i=\frac{{e}^{i i}+{e}^{-i i}}{2}=\frac{{e}^{-1}+{e}^2}{2}$&#10;&#10;&#10;\end{document}"/>
  <p:tag name="IGUANATEXSIZE" val="24"/>
  <p:tag name="IGUANATEXCURSOR" val="12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38.xml><?xml version="1.0" encoding="utf-8"?>
<p:tagLst xmlns:p="http://schemas.openxmlformats.org/presentationml/2006/main">
  <p:tag name="TIMING" val="|29"/>
</p:tagLst>
</file>

<file path=ppt/tags/tag239.xml><?xml version="1.0" encoding="utf-8"?>
<p:tagLst xmlns:p="http://schemas.openxmlformats.org/presentationml/2006/main">
  <p:tag name="OUTPUTDPI" val="1200"/>
  <p:tag name="ORIGINALHEIGHT" val="84.75"/>
  <p:tag name="ORIGINALWIDTH" val="469.5"/>
  <p:tag name="LATEXADDIN" val="\documentclass{article}&#10;\usepackage{amsmath}&#10;\pagestyle{empty}&#10;\begin{document}&#10;&#10;$\cos z=5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0.xml><?xml version="1.0" encoding="utf-8"?>
<p:tagLst xmlns:p="http://schemas.openxmlformats.org/presentationml/2006/main">
  <p:tag name="OUTPUTDPI" val="1200"/>
  <p:tag name="ORIGINALHEIGHT" val="84.75"/>
  <p:tag name="ORIGINALWIDTH" val="471"/>
  <p:tag name="LATEXADDIN" val="\documentclass{article}&#10;\usepackage{amsmath}&#10;\pagestyle{empty}&#10;\begin{document}&#10;&#10;$\cos z=0$&#10;&#10;&#10;\end{document}"/>
  <p:tag name="IGUANATEXSIZE" val="28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1.xml><?xml version="1.0" encoding="utf-8"?>
<p:tagLst xmlns:p="http://schemas.openxmlformats.org/presentationml/2006/main">
  <p:tag name="OUTPUTDPI" val="1200"/>
  <p:tag name="ORIGINALHEIGHT" val="114"/>
  <p:tag name="ORIGINALWIDTH" val="1060.5"/>
  <p:tag name="LATEXADDIN" val="\documentclass{article}&#10;\usepackage{amsmath}&#10;\pagestyle{empty}&#10;\begin{document}&#10;&#10;$e^{2 i z}-10 e^{i z}+1=0$&#10;&#10;&#10;\end{document}"/>
  <p:tag name="IGUANATEXSIZE" val="24"/>
  <p:tag name="IGUANATEXCURSOR" val="10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2.xml><?xml version="1.0" encoding="utf-8"?>
<p:tagLst xmlns:p="http://schemas.openxmlformats.org/presentationml/2006/main">
  <p:tag name="OUTPUTDPI" val="1200"/>
  <p:tag name="ORIGINALHEIGHT" val="125.25"/>
  <p:tag name="ORIGINALWIDTH" val="2505"/>
  <p:tag name="LATEXADDIN" val="\documentclass{article}&#10;\usepackage{amsmath}&#10;\pagestyle{empty}&#10;\begin{document}&#10;&#10;$e^{i z}=e^{-y+i x}=5 \pm \sqrt{25-1}=9.899 \text { and } 0.101$&#10;&#10;&#10;\end{document}"/>
  <p:tag name="IGUANATEXSIZE" val="24"/>
  <p:tag name="IGUANATEXCURSOR" val="14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3.xml><?xml version="1.0" encoding="utf-8"?>
<p:tagLst xmlns:p="http://schemas.openxmlformats.org/presentationml/2006/main">
  <p:tag name="OUTPUTDPI" val="1200"/>
  <p:tag name="ORIGINALHEIGHT" val="85.5"/>
  <p:tag name="ORIGINALWIDTH" val="1116.75"/>
  <p:tag name="LATEXADDIN" val="\documentclass{article}&#10;\usepackage{amsmath}&#10;\pagestyle{empty}&#10;\begin{document}&#10;&#10;$e^{-y}=9.899 {\text ~or~} 0.101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4.xml><?xml version="1.0" encoding="utf-8"?>
<p:tagLst xmlns:p="http://schemas.openxmlformats.org/presentationml/2006/main">
  <p:tag name="OUTPUTDPI" val="1200"/>
  <p:tag name="ORIGINALHEIGHT" val="104.25"/>
  <p:tag name="ORIGINALWIDTH" val="369"/>
  <p:tag name="LATEXADDIN" val="\documentclass{article}&#10;\usepackage{amsmath}&#10;\pagestyle{empty}&#10;\begin{document}&#10;&#10;$e^{ix}=1$&#10;&#10;&#10;\end{document}"/>
  <p:tag name="IGUANATEXSIZE" val="24"/>
  <p:tag name="IGUANATEXCURSOR" val="9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5.xml><?xml version="1.0" encoding="utf-8"?>
<p:tagLst xmlns:p="http://schemas.openxmlformats.org/presentationml/2006/main">
  <p:tag name="OUTPUTDPI" val="1200"/>
  <p:tag name="ORIGINALHEIGHT" val="114"/>
  <p:tag name="ORIGINALWIDTH" val="633"/>
  <p:tag name="LATEXADDIN" val="\documentclass{article}&#10;\usepackage{amsmath}&#10;\pagestyle{empty}&#10;\begin{document}&#10;&#10;$e^{2iz}+1=0$&#10;&#10;&#10;\end{document}"/>
  <p:tag name="IGUANATEXSIZE" val="24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6.xml><?xml version="1.0" encoding="utf-8"?>
<p:tagLst xmlns:p="http://schemas.openxmlformats.org/presentationml/2006/main">
  <p:tag name="OUTPUTDPI" val="1200"/>
  <p:tag name="ORIGINALHEIGHT" val="104.25"/>
  <p:tag name="ORIGINALWIDTH" val="1139.25"/>
  <p:tag name="LATEXADDIN" val="\documentclass{article}&#10;\usepackage{amsmath}&#10;\pagestyle{empty}&#10;\begin{document}&#10;&#10;$e^{2i z}=e^{-2y+2i x}=-1$&#10;&#10;&#10;\end{document}"/>
  <p:tag name="IGUANATEXSIZE" val="24"/>
  <p:tag name="IGUANATEXCURSOR" val="10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7.xml><?xml version="1.0" encoding="utf-8"?>
<p:tagLst xmlns:p="http://schemas.openxmlformats.org/presentationml/2006/main">
  <p:tag name="OUTPUTDPI" val="1200"/>
  <p:tag name="ORIGINALHEIGHT" val="84"/>
  <p:tag name="ORIGINALWIDTH" val="408.75"/>
  <p:tag name="LATEXADDIN" val="\documentclass{article}&#10;\usepackage{amsmath}&#10;\pagestyle{empty}&#10;\begin{document}&#10;&#10;$e^{-y}=1 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8.xml><?xml version="1.0" encoding="utf-8"?>
<p:tagLst xmlns:p="http://schemas.openxmlformats.org/presentationml/2006/main">
  <p:tag name="OUTPUTDPI" val="1200"/>
  <p:tag name="ORIGINALHEIGHT" val="104.25"/>
  <p:tag name="ORIGINALWIDTH" val="516"/>
  <p:tag name="LATEXADDIN" val="\documentclass{article}&#10;\usepackage{amsmath}&#10;\pagestyle{empty}&#10;\begin{document}&#10;&#10;$e^{2ix}=-1 $&#10;&#10;&#10;\end{document}"/>
  <p:tag name="IGUANATEXSIZE" val="24"/>
  <p:tag name="IGUANATEXCURSOR" val="9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49.xml><?xml version="1.0" encoding="utf-8"?>
<p:tagLst xmlns:p="http://schemas.openxmlformats.org/presentationml/2006/main">
  <p:tag name="OUTPUTDPI" val="1200"/>
  <p:tag name="ORIGINALHEIGHT" val="129.75"/>
  <p:tag name="ORIGINALWIDTH" val="1007.25"/>
  <p:tag name="LATEXADDIN" val="\documentclass{article}&#10;\usepackage{amsmath}&#10;\pagestyle{empty}&#10;\begin{document}&#10;&#10;$y=0,~x=\frac{\pi}{2}+k\pi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0.xml><?xml version="1.0" encoding="utf-8"?>
<p:tagLst xmlns:p="http://schemas.openxmlformats.org/presentationml/2006/main">
  <p:tag name="TIMING" val="|29"/>
</p:tagLst>
</file>

<file path=ppt/tags/tag251.xml><?xml version="1.0" encoding="utf-8"?>
<p:tagLst xmlns:p="http://schemas.openxmlformats.org/presentationml/2006/main">
  <p:tag name="OUTPUTDPI" val="1200"/>
  <p:tag name="ORIGINALHEIGHT" val="120.75"/>
  <p:tag name="ORIGINALWIDTH" val="966.75"/>
  <p:tag name="LATEXADDIN" val="\documentclass{article}&#10;\usepackage{amsmath}&#10;\pagestyle{empty}&#10;\begin{document}&#10;&#10;$\cos^2z+\sin^2z=1$&#10;&#10;&#10;\end{document}"/>
  <p:tag name="IGUANATEXSIZE" val="24"/>
  <p:tag name="IGUANATEXCURSOR" val="99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2.xml><?xml version="1.0" encoding="utf-8"?>
<p:tagLst xmlns:p="http://schemas.openxmlformats.org/presentationml/2006/main">
  <p:tag name="OUTPUTDPI" val="1200"/>
  <p:tag name="ORIGINALHEIGHT" val="656.25"/>
  <p:tag name="ORIGINALWIDTH" val="2229.75"/>
  <p:tag name="LATEXADDIN" val="\documentclass{article}&#10;\usepackage{amsmath}&#10;\pagestyle{empty}&#10;\begin{document}&#10;&#10;$\begin{aligned}&#10;&amp; \text { L.H.S }=\left(\frac{e^{\mathrm{i} z}+e^{-\mathrm{i} z}}{2}\right)^2+\left(\frac{e^{\mathrm{i} z}-e^{-\mathrm{i} z}}{2 \mathrm{i}}\right)^2 \\&#10;&amp; =\frac{e^{2 \mathrm{i} z}+e^{-2 \mathrm{i} z}+2}{4}-\frac{e^{2 \mathrm{i} z}+e^{-2 \mathrm{i} z}-2}{4}=1&#10;\end{aligned}$&#10;&#10;&#10;\end{document}"/>
  <p:tag name="IGUANATEXSIZE" val="24"/>
  <p:tag name="IGUANATEXCURSOR" val="37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3.xml><?xml version="1.0" encoding="utf-8"?>
<p:tagLst xmlns:p="http://schemas.openxmlformats.org/presentationml/2006/main">
  <p:tag name="TIMING" val="|29"/>
</p:tagLst>
</file>

<file path=ppt/tags/tag254.xml><?xml version="1.0" encoding="utf-8"?>
<p:tagLst xmlns:p="http://schemas.openxmlformats.org/presentationml/2006/main">
  <p:tag name="OUTPUTDPI" val="1200"/>
  <p:tag name="ORIGINALHEIGHT" val="125.25"/>
  <p:tag name="ORIGINALWIDTH" val="2558.25"/>
  <p:tag name="LATEXADDIN" val="\documentclass{article}&#10;\usepackage{amsmath}&#10;\pagestyle{empty}&#10;\begin{document}&#10;&#10;$\sin \left(z_1+z_2\right)=\sin \left(z_1\right) \cos \left(z_2\right)+\cos \left(z_1\right) \sin \left(z_2\right)$&#10;&#10;&#10;\end{document}"/>
  <p:tag name="IGUANATEXSIZE" val="24"/>
  <p:tag name="IGUANATEXCURSOR" val="19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5.xml><?xml version="1.0" encoding="utf-8"?>
<p:tagLst xmlns:p="http://schemas.openxmlformats.org/presentationml/2006/main">
  <p:tag name="OUTPUTDPI" val="1200"/>
  <p:tag name="ORIGINALHEIGHT" val="693"/>
  <p:tag name="ORIGINALWIDTH" val="2633.25"/>
  <p:tag name="LATEXADDIN" val="\documentclass{article}&#10;\usepackage{amsmath}&#10;\pagestyle{empty}&#10;\begin{document}&#10;&#10;$\begin{array}{r}&#10;\text {  L.H.S. }=\frac{e^{\mathrm{i}\left(z_1+z_2\right)}-e^{-\mathrm{i}\left(z_1+z_2\right)}}{2 \mathrm{i}}=\frac{e^{\mathrm{i} z_1} e^{\mathrm{i} z_2}-e^{-\mathrm{i} z_1} e^{-\mathrm{i} z_2}}{2 \mathrm{i}} \\&#10;=\frac{\left(e^{\mathrm{i} z_1} e^{\mathrm{i} z_2}+e^{-\mathrm{i} z_1} e^{\mathrm{i} z_2}\right)-\left(e^{-\mathrm{i} z_1} e^{\mathrm{i} z_2}+e^{-\mathrm{i} z_1} e^{-\mathrm{i} z_2}\right)}{2 \mathrm{i}} \\&#10;=\frac{2 \cos \left(z_1\right) \cdot\left(\cos \left(z_2\right)+\mathrm{i} \sin \left(z_2\right)\right)-2 \cos \left(z_2\right) \cdot\left(\cos \left(z_1\right)-\mathrm{i} \sin \left(z_1\right)\right)}{2 \mathrm{i}} \\&#10;=\sin \left(z_1\right) \cos \left(z_2\right)+\cos \left(z_1\right) \sin \left(z_2\right)=\text { R.H.S. }&#10;\end{array}$&#10;&#10;&#10;\end{document}"/>
  <p:tag name="IGUANATEXSIZE" val="24"/>
  <p:tag name="IGUANATEXCURSOR" val="10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6.xml><?xml version="1.0" encoding="utf-8"?>
<p:tagLst xmlns:p="http://schemas.openxmlformats.org/presentationml/2006/main">
  <p:tag name="TIMING" val="|29"/>
</p:tagLst>
</file>

<file path=ppt/tags/tag257.xml><?xml version="1.0" encoding="utf-8"?>
<p:tagLst xmlns:p="http://schemas.openxmlformats.org/presentationml/2006/main">
  <p:tag name="OUTPUTDPI" val="1200"/>
  <p:tag name="ORIGINALHEIGHT" val="55.5"/>
  <p:tag name="ORIGINALWIDTH" val="490.5"/>
  <p:tag name="LATEXADDIN" val="\documentclass{article}&#10;\usepackage{amsmath}&#10;\pagestyle{empty}&#10;\begin{document}&#10;&#10;$\cos \omega =z$&#10;&#10;&#10;\end{document}"/>
  <p:tag name="IGUANATEXSIZE" val="24"/>
  <p:tag name="IGUANATEXCURSOR" val="9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8.xml><?xml version="1.0" encoding="utf-8"?>
<p:tagLst xmlns:p="http://schemas.openxmlformats.org/presentationml/2006/main">
  <p:tag name="OUTPUTDPI" val="1200"/>
  <p:tag name="ORIGINALHEIGHT" val="55.5"/>
  <p:tag name="ORIGINALWIDTH" val="74.25"/>
  <p:tag name="LATEXADDIN" val="\documentclass{article}&#10;\usepackage{amsmath}&#10;\pagestyle{empty}&#10;\begin{document}&#10;&#10;$\omega$&#10;&#10;&#10;\end{document}"/>
  <p:tag name="IGUANATEXSIZE" val="24"/>
  <p:tag name="IGUANATEXCURSOR" val="8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59.xml><?xml version="1.0" encoding="utf-8"?>
<p:tagLst xmlns:p="http://schemas.openxmlformats.org/presentationml/2006/main">
  <p:tag name="OUTPUTDPI" val="1200"/>
  <p:tag name="ORIGINALHEIGHT" val="55.5"/>
  <p:tag name="ORIGINALWIDTH" val="53.25"/>
  <p:tag name="LATEXADDIN" val="\documentclass{article}&#10;\usepackage{amsmath}&#10;\pagestyle{empty}&#10;\begin{document}&#10;&#10;$z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0.xml><?xml version="1.0" encoding="utf-8"?>
<p:tagLst xmlns:p="http://schemas.openxmlformats.org/presentationml/2006/main">
  <p:tag name="OUTPUTDPI" val="1200"/>
  <p:tag name="ORIGINALHEIGHT" val="55.5"/>
  <p:tag name="ORIGINALWIDTH" val="659.25"/>
  <p:tag name="LATEXADDIN" val="\documentclass{article}&#10;\usepackage{amsmath}&#10;\pagestyle{empty}&#10;\begin{document}&#10;&#10;$\omega=\arccos z$&#10;&#10;&#10;\end{document}"/>
  <p:tag name="IGUANATEXSIZE" val="24"/>
  <p:tag name="IGUANATEXCURSOR" val="9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1.xml><?xml version="1.0" encoding="utf-8"?>
<p:tagLst xmlns:p="http://schemas.openxmlformats.org/presentationml/2006/main">
  <p:tag name="OUTPUTDPI" val="1200"/>
  <p:tag name="ORIGINALHEIGHT" val="150.75"/>
  <p:tag name="ORIGINALWIDTH" val="1443"/>
  <p:tag name="LATEXADDIN" val="\documentclass{article}&#10;\usepackage{amsmath}&#10;\pagestyle{empty}&#10;\begin{document}&#10;&#10;$z=\cos w=\frac{1}{2}\left( {e}^{i w}+ {e}^{-i w}\right)$&#10;&#10;&#10;\end{document}"/>
  <p:tag name="IGUANATEXSIZE" val="24"/>
  <p:tag name="IGUANATEXCURSOR" val="120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2.xml><?xml version="1.0" encoding="utf-8"?>
<p:tagLst xmlns:p="http://schemas.openxmlformats.org/presentationml/2006/main">
  <p:tag name="OUTPUTDPI" val="1200"/>
  <p:tag name="ORIGINALHEIGHT" val="176.25"/>
  <p:tag name="ORIGINALWIDTH" val="1215"/>
  <p:tag name="LATEXADDIN" val="\documentclass{article}&#10;\usepackage{amsmath}&#10;\pagestyle{empty}&#10;\begin{document}&#10;&#10;$\left( {e}^{i w}\right)^2-2 z  {e}^{i w}+1=0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3.xml><?xml version="1.0" encoding="utf-8"?>
<p:tagLst xmlns:p="http://schemas.openxmlformats.org/presentationml/2006/main">
  <p:tag name="OUTPUTDPI" val="1200"/>
  <p:tag name="ORIGINALHEIGHT" val="125.25"/>
  <p:tag name="ORIGINALWIDTH" val="987.75"/>
  <p:tag name="LATEXADDIN" val="\documentclass{article}&#10;\usepackage{amsmath}&#10;\pagestyle{empty}&#10;\begin{document}&#10;&#10;$ {e}^{i w}=z+\sqrt{z^2-1}$&#10;&#10;&#10;\end{document}"/>
  <p:tag name="IGUANATEXSIZE" val="24"/>
  <p:tag name="IGUANATEXCURSOR" val="8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4.xml><?xml version="1.0" encoding="utf-8"?>
<p:tagLst xmlns:p="http://schemas.openxmlformats.org/presentationml/2006/main">
  <p:tag name="OUTPUTDPI" val="1200"/>
  <p:tag name="ORIGINALHEIGHT" val="153"/>
  <p:tag name="ORIGINALWIDTH" val="1171.5"/>
  <p:tag name="LATEXADDIN" val="\documentclass{article}&#10;\usepackage{amsmath}&#10;\pagestyle{empty}&#10;\begin{document}&#10;&#10;$i w=\operatorname{ln}\left(z+\sqrt{z^2-1}\right)$&#10;&#10;&#10;\end{document}"/>
  <p:tag name="IGUANATEXSIZE" val="24"/>
  <p:tag name="IGUANATEXCURSOR" val="10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5.xml><?xml version="1.0" encoding="utf-8"?>
<p:tagLst xmlns:p="http://schemas.openxmlformats.org/presentationml/2006/main">
  <p:tag name="OUTPUTDPI" val="1200"/>
  <p:tag name="ORIGINALHEIGHT" val="153"/>
  <p:tag name="ORIGINALWIDTH" val="1872"/>
  <p:tag name="LATEXADDIN" val="\documentclass{article}&#10;\usepackage{amsmath}&#10;\pagestyle{empty}&#10;\begin{document}&#10;&#10;$w=\operatorname{arccos} z=-i \operatorname{ln}\left(z+\sqrt{z^2-1}\right)$&#10;&#10;&#10;\end{document}"/>
  <p:tag name="IGUANATEXSIZE" val="24"/>
  <p:tag name="IGUANATEXCURSOR" val="126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6.xml><?xml version="1.0" encoding="utf-8"?>
<p:tagLst xmlns:p="http://schemas.openxmlformats.org/presentationml/2006/main">
  <p:tag name="OUTPUTDPI" val="1200"/>
  <p:tag name="ORIGINALHEIGHT" val="153"/>
  <p:tag name="ORIGINALWIDTH" val="1640.25"/>
  <p:tag name="LATEXADDIN" val="\documentclass{article}&#10;\usepackage{amsmath}&#10;\pagestyle{empty}&#10;\begin{document}&#10;&#10;$\operatorname{arcsin} z=-i \operatorname{ln}\left(i z+\sqrt{1-z^2}\right)$&#10;&#10;&#10;\end{document}"/>
  <p:tag name="IGUANATEXSIZE" val="24"/>
  <p:tag name="IGUANATEXCURSOR" val="15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7.xml><?xml version="1.0" encoding="utf-8"?>
<p:tagLst xmlns:p="http://schemas.openxmlformats.org/presentationml/2006/main">
  <p:tag name="OUTPUTDPI" val="1200"/>
  <p:tag name="ORIGINALHEIGHT" val="151.5"/>
  <p:tag name="ORIGINALWIDTH" val="995.25"/>
  <p:tag name="LATEXADDIN" val="\documentclass{article}&#10;\usepackage{amsmath}&#10;\pagestyle{empty}&#10;\begin{document}&#10;&#10;$\operatorname{arctan} z=\frac{i}{2} \operatorname{ln} \frac{i+z}{i-z}$&#10;&#10;&#10;\end{document}"/>
  <p:tag name="IGUANATEXSIZE" val="24"/>
  <p:tag name="IGUANATEXCURSOR" val="15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8.xml><?xml version="1.0" encoding="utf-8"?>
<p:tagLst xmlns:p="http://schemas.openxmlformats.org/presentationml/2006/main">
  <p:tag name="OUTPUTDPI" val="1200"/>
  <p:tag name="ORIGINALHEIGHT" val="125.25"/>
  <p:tag name="ORIGINALWIDTH" val="429"/>
  <p:tag name="LATEXADDIN" val="\documentclass{article}&#10;\usepackage{amsmath}&#10;\pagestyle{empty}&#10;\begin{document}&#10;&#10;$\sqrt{z^2-1}$&#10;&#10;&#10;\end{document}"/>
  <p:tag name="IGUANATEXSIZE" val="18"/>
  <p:tag name="IGUANATEXCURSOR" val="9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69.xml><?xml version="1.0" encoding="utf-8"?>
<p:tagLst xmlns:p="http://schemas.openxmlformats.org/presentationml/2006/main">
  <p:tag name="TIMING" val="|29"/>
</p:tagLst>
</file>

<file path=ppt/tags/tag270.xml><?xml version="1.0" encoding="utf-8"?>
<p:tagLst xmlns:p="http://schemas.openxmlformats.org/presentationml/2006/main">
  <p:tag name="OUTPUTDPI" val="1200"/>
  <p:tag name="ORIGINALHEIGHT" val="150"/>
  <p:tag name="ORIGINALWIDTH" val="1113.75"/>
  <p:tag name="LATEXADDIN" val="\documentclass{article}&#10;\usepackage{amsmath}&#10;\pagestyle{empty}&#10;\begin{document}&#10;&#10;$\sinh z=\frac{1}{2}\left(e^z-e^{-z}\right)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1.xml><?xml version="1.0" encoding="utf-8"?>
<p:tagLst xmlns:p="http://schemas.openxmlformats.org/presentationml/2006/main">
  <p:tag name="OUTPUTDPI" val="1200"/>
  <p:tag name="ORIGINALHEIGHT" val="150"/>
  <p:tag name="ORIGINALWIDTH" val="1128"/>
  <p:tag name="LATEXADDIN" val="\documentclass{article}&#10;\usepackage{amsmath}&#10;\pagestyle{empty}&#10;\begin{document}&#10;&#10;$\cosh z=\frac{1}{2}\left(e^z+e^{-z}\right)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2.xml><?xml version="1.0" encoding="utf-8"?>
<p:tagLst xmlns:p="http://schemas.openxmlformats.org/presentationml/2006/main">
  <p:tag name="OUTPUTDPI" val="1200"/>
  <p:tag name="ORIGINALHEIGHT" val="557.25"/>
  <p:tag name="ORIGINALWIDTH" val="1846.5"/>
  <p:tag name="LATEXADDIN" val="\documentclass{article}&#10;\usepackage{amsmath}&#10;\pagestyle{empty}&#10;\begin{document}&#10;&#10;$\begin{aligned}&#10;&amp; \tanh z=\frac{\sinh z}{\cosh z}, \quad \operatorname{coth} z=\frac{\cosh z}{\sinh z} \\&#10;&amp; \operatorname{sech} z=\frac{1}{\cosh z}, \quad \operatorname{csch} z=\frac{1}{\sinh z} &#10;\end{aligned}$&#10;&#10;&#10;\end{document}"/>
  <p:tag name="IGUANATEXSIZE" val="24"/>
  <p:tag name="IGUANATEXCURSOR" val="277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3.xml><?xml version="1.0" encoding="utf-8"?>
<p:tagLst xmlns:p="http://schemas.openxmlformats.org/presentationml/2006/main">
  <p:tag name="TIMING" val="|29"/>
</p:tagLst>
</file>

<file path=ppt/tags/tag274.xml><?xml version="1.0" encoding="utf-8"?>
<p:tagLst xmlns:p="http://schemas.openxmlformats.org/presentationml/2006/main">
  <p:tag name="OUTPUTDPI" val="1200"/>
  <p:tag name="ORIGINALHEIGHT" val="125.25"/>
  <p:tag name="ORIGINALWIDTH" val="2010.75"/>
  <p:tag name="LATEXADDIN" val="\documentclass{article}&#10;\usepackage{amsmath}&#10;\pagestyle{empty}&#10;\begin{document}&#10;&#10;$(\cosh z)^{\prime}=\sinh z, \quad(\sinh z)^{\prime}=\cosh z$&#10;&#10;&#10;\end{document}"/>
  <p:tag name="IGUANATEXSIZE" val="24"/>
  <p:tag name="IGUANATEXCURSOR" val="141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5.xml><?xml version="1.0" encoding="utf-8"?>
<p:tagLst xmlns:p="http://schemas.openxmlformats.org/presentationml/2006/main">
  <p:tag name="OUTPUTDPI" val="1200"/>
  <p:tag name="ORIGINALHEIGHT" val="111.75"/>
  <p:tag name="ORIGINALWIDTH" val="1767"/>
  <p:tag name="LATEXADDIN" val="\documentclass{article}&#10;\usepackage{amsmath}&#10;\pagestyle{empty}&#10;\begin{document}&#10;&#10;$\cosh i z=\cos z, \quad \sinh i z=i \sin z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6.xml><?xml version="1.0" encoding="utf-8"?>
<p:tagLst xmlns:p="http://schemas.openxmlformats.org/presentationml/2006/main">
  <p:tag name="OUTPUTDPI" val="1200"/>
  <p:tag name="ORIGINALHEIGHT" val="111.75"/>
  <p:tag name="ORIGINALWIDTH" val="1767"/>
  <p:tag name="LATEXADDIN" val="\documentclass{article}&#10;\usepackage{amsmath}&#10;\pagestyle{empty}&#10;\begin{document}&#10;&#10;$\cos i z=\cosh z, \quad \sin i z=i \sinh z$&#10;&#10;&#10;\end{document}"/>
  <p:tag name="IGUANATEXSIZE" val="24"/>
  <p:tag name="IGUANATEXCURSOR" val="124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7.xml><?xml version="1.0" encoding="utf-8"?>
<p:tagLst xmlns:p="http://schemas.openxmlformats.org/presentationml/2006/main">
  <p:tag name="OUTPUTDPI" val="1200"/>
  <p:tag name="ORIGINALHEIGHT" val="123.75"/>
  <p:tag name="ORIGINALWIDTH" val="1429.5"/>
  <p:tag name="LATEXADDIN" val="\documentclass{article}&#10;\usepackage{amsmath}&#10;\pagestyle{empty}&#10;\begin{document}&#10;&#10;$\cosh ^2 z+\sinh ^2 z=\cosh 2 z$&#10;&#10;&#10;\end{document}"/>
  <p:tag name="IGUANATEXSIZE" val="24"/>
  <p:tag name="IGUANATEXCURSOR" val="113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8.xml><?xml version="1.0" encoding="utf-8"?>
<p:tagLst xmlns:p="http://schemas.openxmlformats.org/presentationml/2006/main">
  <p:tag name="OUTPUTDPI" val="1200"/>
  <p:tag name="ORIGINALHEIGHT" val="114"/>
  <p:tag name="ORIGINALWIDTH" val="1104.75"/>
  <p:tag name="LATEXADDIN" val="\documentclass{article}&#10;\usepackage{amsmath}&#10;\pagestyle{empty}&#10;\begin{document}&#10;&#10;$\cosh ^2 z-\sinh ^2 z=1$&#10;&#10;&#10;\end{document}"/>
  <p:tag name="IGUANATEXSIZE" val="24"/>
  <p:tag name="IGUANATEXCURSOR" val="105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79.xml><?xml version="1.0" encoding="utf-8"?>
<p:tagLst xmlns:p="http://schemas.openxmlformats.org/presentationml/2006/main">
  <p:tag name="OUTPUTDPI" val="1200"/>
  <p:tag name="ORIGINALHEIGHT" val="125.25"/>
  <p:tag name="ORIGINALWIDTH" val="2517"/>
  <p:tag name="LATEXADDIN" val="\documentclass{article}&#10;\usepackage{amsmath}&#10;\pagestyle{empty}&#10;\begin{document}&#10;&#10;$\sinh \left(z_1+z_2\right)=\sinh z_1 \cosh z_2+\cosh z_1 \sinh z_2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0.xml><?xml version="1.0" encoding="utf-8"?>
<p:tagLst xmlns:p="http://schemas.openxmlformats.org/presentationml/2006/main">
  <p:tag name="OUTPUTDPI" val="1200"/>
  <p:tag name="ORIGINALHEIGHT" val="125.25"/>
  <p:tag name="ORIGINALWIDTH" val="2531.25"/>
  <p:tag name="LATEXADDIN" val="\documentclass{article}&#10;\usepackage{amsmath}&#10;\pagestyle{empty}&#10;\begin{document}&#10;&#10;$\cosh \left(z_1+z_2\right)=\cosh z_1 \cosh z_2+\sinh z_1 \sinh z_2$&#10;&#10;&#10;\end{document}"/>
  <p:tag name="IGUANATEXSIZE" val="24"/>
  <p:tag name="IGUANATEXCURSOR" val="148"/>
  <p:tag name="TRANSPARENCY" val="True"/>
  <p:tag name="LATEXENGINEID" val="0"/>
  <p:tag name="TEMPFOLDER" val="C:\CTEX\iguanatex\"/>
  <p:tag name="LATEXFORMHEIGHT" val="464"/>
  <p:tag name="LATEXFORMWIDTH" val="384"/>
  <p:tag name="LATEXFORMWRAP" val="True"/>
  <p:tag name="BITMAPVECTOR" val="0"/>
</p:tagLst>
</file>

<file path=ppt/tags/tag281.xml><?xml version="1.0" encoding="utf-8"?>
<p:tagLst xmlns:p="http://schemas.openxmlformats.org/presentationml/2006/main">
  <p:tag name="TIMING" val="|29"/>
</p:tagLst>
</file>

<file path=ppt/tags/tag282.xml><?xml version="1.0" encoding="utf-8"?>
<p:tagLst xmlns:p="http://schemas.openxmlformats.org/presentationml/2006/main">
  <p:tag name="TIMING" val="|2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清晰度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5.xml"/></Relationships>
</file>

<file path=customXml/item1.xml><?xml version="1.0" encoding="utf-8"?>
<p:properties xmlns:xsi="http://www.w3.org/2001/XMLSchema-instance" xmlns:p="http://schemas.microsoft.com/office/2006/metadata/properties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Name="Document" ma:contentTypeVersion="11" ma:contentTypeScope="" ct:_="" ma:_="" ma:versionID="c821f5595c10624a561c763398b2b375" ma:contentTypeID="0x01010005412C54EF6B924AA1F01C994AD17189" ma:contentTypeDescription="Create a new document.">
  <xsd:schema xmlns:xs="http://www.w3.org/2001/XMLSchema" xmlns:p="http://schemas.microsoft.com/office/2006/metadata/properties" xmlns:ns3="509add88-2c79-4840-b307-c95dbf689d65" xmlns:xsd="http://www.w3.org/2001/XMLSchema" targetNamespace="http://schemas.microsoft.com/office/2006/metadata/properties" ma:root="true" ma:fieldsID="98b50cfb8e477a941a04507b6ff479b1" ns3:_="">
    <xsd:import namespace="509add88-2c79-4840-b307-c95dbf689d65"/>
    <xsd:element name="properties">
      <xsd:complexType>
        <xsd:sequence>
          <xsd:element name="documentManagement">
            <xsd:complexType>
              <xsd:all>
                <xsd:element minOccurs="0" ref="ns3:MediaServiceMetadata"/>
                <xsd:element minOccurs="0" ref="ns3:MediaServiceFastMetadata"/>
                <xsd:element minOccurs="0" ref="ns3:MediaServiceAutoKeyPoints"/>
                <xsd:element minOccurs="0" ref="ns3:MediaServiceKeyPoints"/>
                <xsd:element minOccurs="0" ref="ns3:MediaServiceDateTaken"/>
                <xsd:element minOccurs="0" ref="ns3:MediaServiceAutoTags"/>
                <xsd:element minOccurs="0" ref="ns3:MediaServiceOCR"/>
                <xsd:element minOccurs="0" ref="ns3:MediaServiceGenerationTime"/>
                <xsd:element minOccurs="0" ref="ns3:MediaServiceEventHashCode"/>
                <xsd:element minOccurs="0" ref="ns3:MediaLengthInSeconds"/>
                <xsd:element minOccurs="0" ref="ns3:MediaServiceLocation"/>
              </xsd:all>
            </xsd:complexType>
          </xsd:element>
        </xsd:sequence>
      </xsd:complexType>
    </xsd:element>
  </xsd:schema>
  <xsd:schema xmlns:xs="http://www.w3.org/2001/XMLSchema" xmlns:dms="http://schemas.microsoft.com/office/2006/documentManagement/types" xmlns:pc="http://schemas.microsoft.com/office/infopath/2007/PartnerControls" xmlns:xsd="http://www.w3.org/2001/XMLSchema" targetNamespace="509add88-2c79-4840-b307-c95dbf689d65" elementFormDefault="qualified">
    <xsd:import namespace="http://schemas.microsoft.com/office/2006/documentManagement/types"/>
    <xsd:import namespace="http://schemas.microsoft.com/office/infopath/2007/PartnerControls"/>
    <xsd:element name="MediaServiceMetadata" ma:displayName="MediaServiceMetadata" nillable="true" ma:readOnly="true" ma:hidden="true" ma:internalName="MediaServiceMetadata" ma:index="8">
      <xsd:simpleType>
        <xsd:restriction base="dms:Note"/>
      </xsd:simpleType>
    </xsd:element>
    <xsd:element name="MediaServiceFastMetadata" ma:displayName="MediaServiceFastMetadata" nillable="true" ma:readOnly="true" ma:hidden="true" ma:internalName="MediaServiceFastMetadata" ma:index="9">
      <xsd:simpleType>
        <xsd:restriction base="dms:Note"/>
      </xsd:simpleType>
    </xsd:element>
    <xsd:element name="MediaServiceAutoKeyPoints" ma:displayName="MediaServiceAutoKeyPoints" nillable="true" ma:readOnly="true" ma:hidden="true" ma:internalName="MediaServiceAutoKeyPoints" ma:index="10">
      <xsd:simpleType>
        <xsd:restriction base="dms:Note"/>
      </xsd:simpleType>
    </xsd:element>
    <xsd:element name="MediaServiceKeyPoints" ma:displayName="KeyPoints" nillable="true" ma:readOnly="true" ma:internalName="MediaServiceKeyPoints" ma:index="11">
      <xsd:simpleType>
        <xsd:restriction base="dms:Note">
          <xsd:maxLength value="255"/>
        </xsd:restriction>
      </xsd:simpleType>
    </xsd:element>
    <xsd:element name="MediaServiceDateTaken" ma:displayName="MediaServiceDateTaken" nillable="true" ma:readOnly="true" ma:hidden="true" ma:internalName="MediaServiceDateTaken" ma:index="12">
      <xsd:simpleType>
        <xsd:restriction base="dms:Text"/>
      </xsd:simpleType>
    </xsd:element>
    <xsd:element name="MediaServiceAutoTags" ma:displayName="Tags" nillable="true" ma:readOnly="true" ma:internalName="MediaServiceAutoTags" ma:index="13">
      <xsd:simpleType>
        <xsd:restriction base="dms:Text"/>
      </xsd:simpleType>
    </xsd:element>
    <xsd:element name="MediaServiceOCR" ma:displayName="Extracted Text" nillable="true" ma:readOnly="true" ma:internalName="MediaServiceOCR" ma:index="14">
      <xsd:simpleType>
        <xsd:restriction base="dms:Note">
          <xsd:maxLength value="255"/>
        </xsd:restriction>
      </xsd:simpleType>
    </xsd:element>
    <xsd:element name="MediaServiceGenerationTime" ma:displayName="MediaServiceGenerationTime" nillable="true" ma:readOnly="true" ma:hidden="true" ma:internalName="MediaServiceGenerationTime" ma:index="15">
      <xsd:simpleType>
        <xsd:restriction base="dms:Text"/>
      </xsd:simpleType>
    </xsd:element>
    <xsd:element name="MediaServiceEventHashCode" ma:displayName="MediaServiceEventHashCode" nillable="true" ma:readOnly="true" ma:hidden="true" ma:internalName="MediaServiceEventHashCode" ma:index="16">
      <xsd:simpleType>
        <xsd:restriction base="dms:Text"/>
      </xsd:simpleType>
    </xsd:element>
    <xsd:element name="MediaLengthInSeconds" ma:displayName="Length (seconds)" nillable="true" ma:readOnly="true" ma:internalName="MediaLengthInSeconds" ma:index="17">
      <xsd:simpleType>
        <xsd:restriction base="dms:Unknown"/>
      </xsd:simpleType>
    </xsd:element>
    <xsd:element name="MediaServiceLocation" ma:displayName="Location" nillable="true" ma:readOnly="true" ma:internalName="MediaServiceLocation" ma:index="18">
      <xsd:simpleType>
        <xsd:restriction base="dms:Text"/>
      </xsd:simpleType>
    </xsd:element>
  </xsd:schema>
  <xsd:schema xmlns="http://schemas.openxmlformats.org/package/2006/metadata/core-properties" xmlns:xsi="http://www.w3.org/2001/XMLSchema-instance" xmlns:dcterms="http://purl.org/dc/terms/" xmlns:dc="http://purl.org/dc/elements/1.1/" xmlns:odoc="http://schemas.microsoft.com/internal/obd" xmlns:xsd="http://www.w3.org/2001/XMLSchema" targetNamespace="http://schemas.openxmlformats.org/package/2006/metadata/core-properties" elementFormDefault="qualified" blockDefault="#all" attributeFormDefault="unqualified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displayName="Content Type" type="xsd:string" ma:index="0" maxOccurs="1"/>
        <xsd:element minOccurs="0" ma:displayName="Title" ref="dc:title" ma:index="4" maxOccurs="1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xs="http://www.w3.org/2001/XMLSchema" xmlns:pc="http://schemas.microsoft.com/office/infopath/2007/PartnerControls" targetNamespace="http://schemas.microsoft.com/office/infopath/2007/PartnerControls" elementFormDefault="qualified" attributeFormDefault="unqualified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283.xml><?xml version="1.0" encoding="utf-8"?>
<ds:datastoreItem xmlns:ds="http://schemas.openxmlformats.org/officeDocument/2006/customXml" ds:itemID="{3476EB68-BDCE-46B7-8523-EAC1B59D9CD7}">
  <ds:schemaRefs/>
</ds:datastoreItem>
</file>

<file path=customXml/itemProps284.xml><?xml version="1.0" encoding="utf-8"?>
<ds:datastoreItem xmlns:ds="http://schemas.openxmlformats.org/officeDocument/2006/customXml" ds:itemID="{D916F450-6281-48D5-8DD7-ABC720A5FBFC}">
  <ds:schemaRefs/>
</ds:datastoreItem>
</file>

<file path=customXml/itemProps285.xml><?xml version="1.0" encoding="utf-8"?>
<ds:datastoreItem xmlns:ds="http://schemas.openxmlformats.org/officeDocument/2006/customXml" ds:itemID="{5CF95E56-3C74-46E8-B397-B550E9987BE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9514</Words>
  <Application>WPS 文字</Application>
  <PresentationFormat>全屏显示(4:3)</PresentationFormat>
  <Paragraphs>554</Paragraphs>
  <Slides>46</Slides>
  <Notes>53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46</vt:i4>
      </vt:variant>
    </vt:vector>
  </HeadingPairs>
  <TitlesOfParts>
    <vt:vector size="72" baseType="lpstr">
      <vt:lpstr>Arial</vt:lpstr>
      <vt:lpstr>宋体</vt:lpstr>
      <vt:lpstr>Wingdings</vt:lpstr>
      <vt:lpstr>汉仪书宋二KW</vt:lpstr>
      <vt:lpstr>Calibri</vt:lpstr>
      <vt:lpstr>Helvetica Neue</vt:lpstr>
      <vt:lpstr>Times New Roman</vt:lpstr>
      <vt:lpstr>楷体</vt:lpstr>
      <vt:lpstr>汉仪楷体KW</vt:lpstr>
      <vt:lpstr>Times New Roman Bold Italic</vt:lpstr>
      <vt:lpstr>华文楷体</vt:lpstr>
      <vt:lpstr>微软雅黑</vt:lpstr>
      <vt:lpstr>方正雅意黑 GB18030L2</vt:lpstr>
      <vt:lpstr>宋体</vt:lpstr>
      <vt:lpstr>Arial Unicode MS</vt:lpstr>
      <vt:lpstr>Wingdings</vt:lpstr>
      <vt:lpstr>楷体</vt:lpstr>
      <vt:lpstr>清晰度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Mathematical Foundations of Control Engineering 控制工程数学基础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FULLY DISTRIBUTED EVENT-TRIGGERED ADAPTIVE CONTROL OF UNCERTAIN HETEROGENEOUS MULTI-AGENT SYSTEMS</dc:title>
  <dc:creator>Ruohan</dc:creator>
  <cp:lastModifiedBy>=3=</cp:lastModifiedBy>
  <cp:revision>2085</cp:revision>
  <dcterms:created xsi:type="dcterms:W3CDTF">2026-09-20T08:26:18Z</dcterms:created>
  <dcterms:modified xsi:type="dcterms:W3CDTF">2026-09-20T08:26:18Z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0x01010005412C54EF6B924AA1F01C994AD17189</vt:lpwstr>
  </property>
  <property fmtid="{D5CDD505-2E9C-101B-9397-08002B2CF9AE}" pid="3" name="ICV">
    <vt:lpwstr>0BC210BBC88F90C273BAAE6A643FF439_43</vt:lpwstr>
  </property>
  <property fmtid="{D5CDD505-2E9C-101B-9397-08002B2CF9AE}" pid="4" name="KSOProductBuildVer">
    <vt:lpwstr>2052-12.1.28492.28492</vt:lpwstr>
  </property>
</Properties>
</file>